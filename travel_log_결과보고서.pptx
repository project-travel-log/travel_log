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56" r:id="rId2"/>
    <p:sldId id="257" r:id="rId3"/>
    <p:sldId id="259" r:id="rId4"/>
    <p:sldId id="267" r:id="rId5"/>
    <p:sldId id="261" r:id="rId6"/>
    <p:sldId id="258" r:id="rId7"/>
    <p:sldId id="262" r:id="rId8"/>
    <p:sldId id="274" r:id="rId9"/>
    <p:sldId id="275" r:id="rId10"/>
    <p:sldId id="276" r:id="rId11"/>
    <p:sldId id="277" r:id="rId12"/>
    <p:sldId id="278" r:id="rId13"/>
    <p:sldId id="263" r:id="rId14"/>
    <p:sldId id="268" r:id="rId15"/>
    <p:sldId id="269" r:id="rId16"/>
    <p:sldId id="272" r:id="rId17"/>
    <p:sldId id="271" r:id="rId18"/>
    <p:sldId id="270" r:id="rId19"/>
    <p:sldId id="273" r:id="rId20"/>
    <p:sldId id="283" r:id="rId21"/>
    <p:sldId id="284" r:id="rId22"/>
    <p:sldId id="286" r:id="rId23"/>
    <p:sldId id="287" r:id="rId24"/>
    <p:sldId id="285" r:id="rId25"/>
    <p:sldId id="264" r:id="rId26"/>
    <p:sldId id="265" r:id="rId27"/>
    <p:sldId id="279" r:id="rId28"/>
    <p:sldId id="280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181818"/>
    <a:srgbClr val="747474"/>
    <a:srgbClr val="FFFFFF"/>
    <a:srgbClr val="081E5A"/>
    <a:srgbClr val="F1F1F1"/>
    <a:srgbClr val="31739B"/>
    <a:srgbClr val="56B8E4"/>
    <a:srgbClr val="133659"/>
    <a:srgbClr val="0F36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CA382-F847-4EF8-AB67-603563B1843D}" v="208" dt="2026-01-02T02:33:22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94" autoAdjust="0"/>
    <p:restoredTop sz="92474" autoAdjust="0"/>
  </p:normalViewPr>
  <p:slideViewPr>
    <p:cSldViewPr snapToGrid="0">
      <p:cViewPr varScale="1">
        <p:scale>
          <a:sx n="102" d="100"/>
          <a:sy n="102" d="100"/>
        </p:scale>
        <p:origin x="78" y="10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희 진" userId="d1d9508d0f9cb706" providerId="LiveId" clId="{0F4F507A-4DF0-460D-9453-EB1E7814C088}"/>
    <pc:docChg chg="undo custSel addSld delSld modSld sldOrd">
      <pc:chgData name="성희 진" userId="d1d9508d0f9cb706" providerId="LiveId" clId="{0F4F507A-4DF0-460D-9453-EB1E7814C088}" dt="2026-01-02T02:45:40.101" v="14234" actId="1076"/>
      <pc:docMkLst>
        <pc:docMk/>
      </pc:docMkLst>
      <pc:sldChg chg="addSp modSp mod setBg">
        <pc:chgData name="성희 진" userId="d1d9508d0f9cb706" providerId="LiveId" clId="{0F4F507A-4DF0-460D-9453-EB1E7814C088}" dt="2026-01-02T02:33:20.823" v="14189" actId="20578"/>
        <pc:sldMkLst>
          <pc:docMk/>
          <pc:sldMk cId="0" sldId="256"/>
        </pc:sldMkLst>
        <pc:spChg chg="mod">
          <ac:chgData name="성희 진" userId="d1d9508d0f9cb706" providerId="LiveId" clId="{0F4F507A-4DF0-460D-9453-EB1E7814C088}" dt="2026-01-02T02:33:20.823" v="14189" actId="205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성희 진" userId="d1d9508d0f9cb706" providerId="LiveId" clId="{0F4F507A-4DF0-460D-9453-EB1E7814C088}" dt="2026-01-02T02:21:55.726" v="14088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성희 진" userId="d1d9508d0f9cb706" providerId="LiveId" clId="{0F4F507A-4DF0-460D-9453-EB1E7814C088}" dt="2025-12-30T06:56:24.026" v="10016" actId="107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성희 진" userId="d1d9508d0f9cb706" providerId="LiveId" clId="{0F4F507A-4DF0-460D-9453-EB1E7814C088}" dt="2025-12-31T02:36:23.571" v="10843" actId="207"/>
          <ac:spMkLst>
            <pc:docMk/>
            <pc:sldMk cId="0" sldId="256"/>
            <ac:spMk id="54" creationId="{00000000-0000-0000-0000-000000000000}"/>
          </ac:spMkLst>
        </pc:spChg>
        <pc:cxnChg chg="mod">
          <ac:chgData name="성희 진" userId="d1d9508d0f9cb706" providerId="LiveId" clId="{0F4F507A-4DF0-460D-9453-EB1E7814C088}" dt="2025-12-30T05:26:36.861" v="2081" actId="208"/>
          <ac:cxnSpMkLst>
            <pc:docMk/>
            <pc:sldMk cId="0" sldId="256"/>
            <ac:cxnSpMk id="55" creationId="{00000000-0000-0000-0000-000000000000}"/>
          </ac:cxnSpMkLst>
        </pc:cxnChg>
      </pc:sldChg>
      <pc:sldChg chg="addSp delSp modSp mod setBg">
        <pc:chgData name="성희 진" userId="d1d9508d0f9cb706" providerId="LiveId" clId="{0F4F507A-4DF0-460D-9453-EB1E7814C088}" dt="2026-01-02T00:49:40.290" v="13313"/>
        <pc:sldMkLst>
          <pc:docMk/>
          <pc:sldMk cId="0" sldId="257"/>
        </pc:sldMkLst>
        <pc:spChg chg="add mod">
          <ac:chgData name="성희 진" userId="d1d9508d0f9cb706" providerId="LiveId" clId="{0F4F507A-4DF0-460D-9453-EB1E7814C088}" dt="2026-01-02T00:49:39.893" v="13311" actId="1076"/>
          <ac:spMkLst>
            <pc:docMk/>
            <pc:sldMk cId="0" sldId="257"/>
            <ac:spMk id="2" creationId="{B96DABE8-35E5-2E10-DD49-CE56E0D42BE2}"/>
          </ac:spMkLst>
        </pc:spChg>
        <pc:spChg chg="add del mod">
          <ac:chgData name="성희 진" userId="d1d9508d0f9cb706" providerId="LiveId" clId="{0F4F507A-4DF0-460D-9453-EB1E7814C088}" dt="2026-01-02T00:49:40.290" v="13313"/>
          <ac:spMkLst>
            <pc:docMk/>
            <pc:sldMk cId="0" sldId="257"/>
            <ac:spMk id="3" creationId="{F9B6EFA3-0DEF-602B-9CB3-E6DADA200D9E}"/>
          </ac:spMkLst>
        </pc:spChg>
        <pc:spChg chg="mod ord">
          <ac:chgData name="성희 진" userId="d1d9508d0f9cb706" providerId="LiveId" clId="{0F4F507A-4DF0-460D-9453-EB1E7814C088}" dt="2025-12-30T02:11:25.023" v="570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성희 진" userId="d1d9508d0f9cb706" providerId="LiveId" clId="{0F4F507A-4DF0-460D-9453-EB1E7814C088}" dt="2026-01-02T00:49:16.312" v="13306" actId="21"/>
          <ac:spMkLst>
            <pc:docMk/>
            <pc:sldMk cId="0" sldId="257"/>
            <ac:spMk id="37" creationId="{698ACD99-DE7F-1F1D-52C6-D203BAF888D2}"/>
          </ac:spMkLst>
        </pc:spChg>
        <pc:spChg chg="add mod ord modVis">
          <ac:chgData name="성희 진" userId="d1d9508d0f9cb706" providerId="LiveId" clId="{0F4F507A-4DF0-460D-9453-EB1E7814C088}" dt="2025-12-31T02:43:48.521" v="10897" actId="207"/>
          <ac:spMkLst>
            <pc:docMk/>
            <pc:sldMk cId="0" sldId="257"/>
            <ac:spMk id="79" creationId="{CC7E0B30-7AA5-9BD5-0873-E1162124A08A}"/>
          </ac:spMkLst>
        </pc:spChg>
        <pc:spChg chg="add mod ord">
          <ac:chgData name="성희 진" userId="d1d9508d0f9cb706" providerId="LiveId" clId="{0F4F507A-4DF0-460D-9453-EB1E7814C088}" dt="2025-12-31T02:43:32.013" v="10896" actId="207"/>
          <ac:spMkLst>
            <pc:docMk/>
            <pc:sldMk cId="0" sldId="257"/>
            <ac:spMk id="80" creationId="{58225C44-0024-B159-F189-4751B049BF08}"/>
          </ac:spMkLst>
        </pc:spChg>
        <pc:spChg chg="add mod ord">
          <ac:chgData name="성희 진" userId="d1d9508d0f9cb706" providerId="LiveId" clId="{0F4F507A-4DF0-460D-9453-EB1E7814C088}" dt="2025-12-30T08:17:14.386" v="10073" actId="1076"/>
          <ac:spMkLst>
            <pc:docMk/>
            <pc:sldMk cId="0" sldId="257"/>
            <ac:spMk id="82" creationId="{4EDF5ACC-D3EF-E7F5-7A4B-DE32DC5A0EA1}"/>
          </ac:spMkLst>
        </pc:spChg>
        <pc:spChg chg="add mod modVis">
          <ac:chgData name="성희 진" userId="d1d9508d0f9cb706" providerId="LiveId" clId="{0F4F507A-4DF0-460D-9453-EB1E7814C088}" dt="2025-12-31T02:44:21.670" v="10899" actId="208"/>
          <ac:spMkLst>
            <pc:docMk/>
            <pc:sldMk cId="0" sldId="257"/>
            <ac:spMk id="84" creationId="{88712BDF-488E-5A27-28AB-2C9406CEA86A}"/>
          </ac:spMkLst>
        </pc:spChg>
        <pc:spChg chg="add mod">
          <ac:chgData name="성희 진" userId="d1d9508d0f9cb706" providerId="LiveId" clId="{0F4F507A-4DF0-460D-9453-EB1E7814C088}" dt="2025-12-31T02:37:09.963" v="10849" actId="207"/>
          <ac:spMkLst>
            <pc:docMk/>
            <pc:sldMk cId="0" sldId="257"/>
            <ac:spMk id="85" creationId="{EDBA202B-3A18-8D0A-4C8D-C787AEF619CC}"/>
          </ac:spMkLst>
        </pc:spChg>
        <pc:spChg chg="add mod">
          <ac:chgData name="성희 진" userId="d1d9508d0f9cb706" providerId="LiveId" clId="{0F4F507A-4DF0-460D-9453-EB1E7814C088}" dt="2025-12-31T02:37:09.963" v="10849" actId="207"/>
          <ac:spMkLst>
            <pc:docMk/>
            <pc:sldMk cId="0" sldId="257"/>
            <ac:spMk id="86" creationId="{11F095F6-5282-F5F7-1866-30C14F03E851}"/>
          </ac:spMkLst>
        </pc:spChg>
        <pc:spChg chg="add mod">
          <ac:chgData name="성희 진" userId="d1d9508d0f9cb706" providerId="LiveId" clId="{0F4F507A-4DF0-460D-9453-EB1E7814C088}" dt="2025-12-31T02:43:48.521" v="10897" actId="207"/>
          <ac:spMkLst>
            <pc:docMk/>
            <pc:sldMk cId="0" sldId="257"/>
            <ac:spMk id="92" creationId="{98C225C4-E837-89ED-DCA8-24F89F95D36E}"/>
          </ac:spMkLst>
        </pc:spChg>
        <pc:spChg chg="add mod">
          <ac:chgData name="성희 진" userId="d1d9508d0f9cb706" providerId="LiveId" clId="{0F4F507A-4DF0-460D-9453-EB1E7814C088}" dt="2025-12-31T02:44:21.670" v="10899" actId="208"/>
          <ac:spMkLst>
            <pc:docMk/>
            <pc:sldMk cId="0" sldId="257"/>
            <ac:spMk id="94" creationId="{474FD10E-374C-7A7A-0647-1160271E40B5}"/>
          </ac:spMkLst>
        </pc:spChg>
        <pc:spChg chg="add mod">
          <ac:chgData name="성희 진" userId="d1d9508d0f9cb706" providerId="LiveId" clId="{0F4F507A-4DF0-460D-9453-EB1E7814C088}" dt="2025-12-31T02:41:36.486" v="10890" actId="207"/>
          <ac:spMkLst>
            <pc:docMk/>
            <pc:sldMk cId="0" sldId="257"/>
            <ac:spMk id="96" creationId="{2D8BD345-498F-B1C6-39CC-F705782B76D5}"/>
          </ac:spMkLst>
        </pc:spChg>
        <pc:spChg chg="add mod">
          <ac:chgData name="성희 진" userId="d1d9508d0f9cb706" providerId="LiveId" clId="{0F4F507A-4DF0-460D-9453-EB1E7814C088}" dt="2025-12-31T02:43:48.521" v="10897" actId="207"/>
          <ac:spMkLst>
            <pc:docMk/>
            <pc:sldMk cId="0" sldId="257"/>
            <ac:spMk id="98" creationId="{C8094FDA-33BD-0E08-8391-1775E0582985}"/>
          </ac:spMkLst>
        </pc:spChg>
        <pc:spChg chg="add mod">
          <ac:chgData name="성희 진" userId="d1d9508d0f9cb706" providerId="LiveId" clId="{0F4F507A-4DF0-460D-9453-EB1E7814C088}" dt="2025-12-30T05:53:19.094" v="2179" actId="1076"/>
          <ac:spMkLst>
            <pc:docMk/>
            <pc:sldMk cId="0" sldId="257"/>
            <ac:spMk id="100" creationId="{C9AED8BB-4174-76BF-2147-B2C87A6CA5C8}"/>
          </ac:spMkLst>
        </pc:spChg>
        <pc:spChg chg="add mod">
          <ac:chgData name="성희 진" userId="d1d9508d0f9cb706" providerId="LiveId" clId="{0F4F507A-4DF0-460D-9453-EB1E7814C088}" dt="2025-12-31T02:43:48.521" v="10897" actId="207"/>
          <ac:spMkLst>
            <pc:docMk/>
            <pc:sldMk cId="0" sldId="257"/>
            <ac:spMk id="102" creationId="{1AB4F415-BE9F-C957-BC5A-D01125B232B6}"/>
          </ac:spMkLst>
        </pc:spChg>
        <pc:spChg chg="add mod">
          <ac:chgData name="성희 진" userId="d1d9508d0f9cb706" providerId="LiveId" clId="{0F4F507A-4DF0-460D-9453-EB1E7814C088}" dt="2025-12-31T05:15:28.975" v="11983" actId="1076"/>
          <ac:spMkLst>
            <pc:docMk/>
            <pc:sldMk cId="0" sldId="257"/>
            <ac:spMk id="104" creationId="{6AC93170-D762-7570-1602-70819747D36D}"/>
          </ac:spMkLst>
        </pc:spChg>
        <pc:spChg chg="add mod">
          <ac:chgData name="성희 진" userId="d1d9508d0f9cb706" providerId="LiveId" clId="{0F4F507A-4DF0-460D-9453-EB1E7814C088}" dt="2025-12-31T02:43:48.521" v="10897" actId="207"/>
          <ac:spMkLst>
            <pc:docMk/>
            <pc:sldMk cId="0" sldId="257"/>
            <ac:spMk id="106" creationId="{8C2D7761-37D6-7E63-3AF4-00A1E32E78ED}"/>
          </ac:spMkLst>
        </pc:spChg>
        <pc:spChg chg="add mod">
          <ac:chgData name="성희 진" userId="d1d9508d0f9cb706" providerId="LiveId" clId="{0F4F507A-4DF0-460D-9453-EB1E7814C088}" dt="2025-12-31T02:43:48.521" v="10897" actId="207"/>
          <ac:spMkLst>
            <pc:docMk/>
            <pc:sldMk cId="0" sldId="257"/>
            <ac:spMk id="112" creationId="{1D9C4E53-5D86-35C1-0D0E-BECAAA3D5580}"/>
          </ac:spMkLst>
        </pc:spChg>
        <pc:spChg chg="add del mod">
          <ac:chgData name="성희 진" userId="d1d9508d0f9cb706" providerId="LiveId" clId="{0F4F507A-4DF0-460D-9453-EB1E7814C088}" dt="2025-12-30T08:17:14.386" v="10073" actId="1076"/>
          <ac:spMkLst>
            <pc:docMk/>
            <pc:sldMk cId="0" sldId="257"/>
            <ac:spMk id="114" creationId="{DCED56C5-8DB0-66B7-7650-6E0ECABFD922}"/>
          </ac:spMkLst>
        </pc:spChg>
        <pc:spChg chg="add mod">
          <ac:chgData name="성희 진" userId="d1d9508d0f9cb706" providerId="LiveId" clId="{0F4F507A-4DF0-460D-9453-EB1E7814C088}" dt="2025-12-30T08:17:14.386" v="10073" actId="1076"/>
          <ac:spMkLst>
            <pc:docMk/>
            <pc:sldMk cId="0" sldId="257"/>
            <ac:spMk id="115" creationId="{DCED56C5-8DB0-66B7-7650-6E0ECABFD922}"/>
          </ac:spMkLst>
        </pc:spChg>
        <pc:spChg chg="add mod">
          <ac:chgData name="성희 진" userId="d1d9508d0f9cb706" providerId="LiveId" clId="{0F4F507A-4DF0-460D-9453-EB1E7814C088}" dt="2025-12-30T05:31:47.734" v="2123" actId="1076"/>
          <ac:spMkLst>
            <pc:docMk/>
            <pc:sldMk cId="0" sldId="257"/>
            <ac:spMk id="117" creationId="{BCF16026-0820-5291-D915-DF262D165304}"/>
          </ac:spMkLst>
        </pc:spChg>
        <pc:spChg chg="add mod">
          <ac:chgData name="성희 진" userId="d1d9508d0f9cb706" providerId="LiveId" clId="{0F4F507A-4DF0-460D-9453-EB1E7814C088}" dt="2025-12-30T08:17:14.386" v="10073" actId="1076"/>
          <ac:spMkLst>
            <pc:docMk/>
            <pc:sldMk cId="0" sldId="257"/>
            <ac:spMk id="119" creationId="{15BA0D94-9BEC-EB4A-1D13-2947C35DF30B}"/>
          </ac:spMkLst>
        </pc:spChg>
        <pc:spChg chg="add del mod">
          <ac:chgData name="성희 진" userId="d1d9508d0f9cb706" providerId="LiveId" clId="{0F4F507A-4DF0-460D-9453-EB1E7814C088}" dt="2026-01-02T00:49:16.312" v="13306" actId="21"/>
          <ac:spMkLst>
            <pc:docMk/>
            <pc:sldMk cId="0" sldId="257"/>
            <ac:spMk id="2057" creationId="{BB25BB16-B190-CAD2-0B20-57AD788D5C23}"/>
          </ac:spMkLst>
        </pc:spChg>
        <pc:cxnChg chg="add mod">
          <ac:chgData name="성희 진" userId="d1d9508d0f9cb706" providerId="LiveId" clId="{0F4F507A-4DF0-460D-9453-EB1E7814C088}" dt="2025-12-30T02:28:26.049" v="1083" actId="1076"/>
          <ac:cxnSpMkLst>
            <pc:docMk/>
            <pc:sldMk cId="0" sldId="257"/>
            <ac:cxnSpMk id="88" creationId="{8C722381-90D5-3F3E-D43D-2538148F4F2F}"/>
          </ac:cxnSpMkLst>
        </pc:cxnChg>
        <pc:cxnChg chg="add mod">
          <ac:chgData name="성희 진" userId="d1d9508d0f9cb706" providerId="LiveId" clId="{0F4F507A-4DF0-460D-9453-EB1E7814C088}" dt="2025-12-31T02:44:21.670" v="10899" actId="208"/>
          <ac:cxnSpMkLst>
            <pc:docMk/>
            <pc:sldMk cId="0" sldId="257"/>
            <ac:cxnSpMk id="89" creationId="{D9112AE9-D92F-9CCB-D2BF-D16E5213096D}"/>
          </ac:cxnSpMkLst>
        </pc:cxnChg>
        <pc:cxnChg chg="add mod">
          <ac:chgData name="성희 진" userId="d1d9508d0f9cb706" providerId="LiveId" clId="{0F4F507A-4DF0-460D-9453-EB1E7814C088}" dt="2025-12-30T02:27:45.952" v="1071" actId="14100"/>
          <ac:cxnSpMkLst>
            <pc:docMk/>
            <pc:sldMk cId="0" sldId="257"/>
            <ac:cxnSpMk id="90" creationId="{05265C5D-ADA3-3CA3-6585-FA64716367C2}"/>
          </ac:cxnSpMkLst>
        </pc:cxnChg>
        <pc:cxnChg chg="add mod">
          <ac:chgData name="성희 진" userId="d1d9508d0f9cb706" providerId="LiveId" clId="{0F4F507A-4DF0-460D-9453-EB1E7814C088}" dt="2025-12-30T02:18:15.565" v="847" actId="208"/>
          <ac:cxnSpMkLst>
            <pc:docMk/>
            <pc:sldMk cId="0" sldId="257"/>
            <ac:cxnSpMk id="91" creationId="{2AC3747A-410E-1D9A-D4BC-5751575E3C57}"/>
          </ac:cxnSpMkLst>
        </pc:cxnChg>
      </pc:sldChg>
      <pc:sldChg chg="addSp delSp modSp new mod ord setBg modAnim">
        <pc:chgData name="성희 진" userId="d1d9508d0f9cb706" providerId="LiveId" clId="{0F4F507A-4DF0-460D-9453-EB1E7814C088}" dt="2026-01-02T02:28:32.230" v="14128" actId="1076"/>
        <pc:sldMkLst>
          <pc:docMk/>
          <pc:sldMk cId="231886803" sldId="258"/>
        </pc:sldMkLst>
        <pc:spChg chg="add del mod">
          <ac:chgData name="성희 진" userId="d1d9508d0f9cb706" providerId="LiveId" clId="{0F4F507A-4DF0-460D-9453-EB1E7814C088}" dt="2026-01-02T00:37:53.862" v="13272" actId="22"/>
          <ac:spMkLst>
            <pc:docMk/>
            <pc:sldMk cId="231886803" sldId="258"/>
            <ac:spMk id="58" creationId="{C33A2767-C554-8906-ABB7-E7658FF8DF5B}"/>
          </ac:spMkLst>
        </pc:spChg>
        <pc:spChg chg="add mod">
          <ac:chgData name="성희 진" userId="d1d9508d0f9cb706" providerId="LiveId" clId="{0F4F507A-4DF0-460D-9453-EB1E7814C088}" dt="2026-01-02T00:30:20.059" v="13158" actId="14100"/>
          <ac:spMkLst>
            <pc:docMk/>
            <pc:sldMk cId="231886803" sldId="258"/>
            <ac:spMk id="2048" creationId="{91289D7D-E099-FAB9-5422-6A9E5877A7F7}"/>
          </ac:spMkLst>
        </pc:spChg>
        <pc:spChg chg="add mod">
          <ac:chgData name="성희 진" userId="d1d9508d0f9cb706" providerId="LiveId" clId="{0F4F507A-4DF0-460D-9453-EB1E7814C088}" dt="2026-01-02T00:50:16.656" v="13317" actId="1076"/>
          <ac:spMkLst>
            <pc:docMk/>
            <pc:sldMk cId="231886803" sldId="258"/>
            <ac:spMk id="2059" creationId="{9CF69E2C-BD09-C63F-B135-2C68E7EB2F37}"/>
          </ac:spMkLst>
        </pc:spChg>
        <pc:spChg chg="add mod">
          <ac:chgData name="성희 진" userId="d1d9508d0f9cb706" providerId="LiveId" clId="{0F4F507A-4DF0-460D-9453-EB1E7814C088}" dt="2026-01-02T00:50:16.656" v="13317" actId="1076"/>
          <ac:spMkLst>
            <pc:docMk/>
            <pc:sldMk cId="231886803" sldId="258"/>
            <ac:spMk id="2061" creationId="{E6A365CD-9EA0-26EB-00DF-6F12B29E720C}"/>
          </ac:spMkLst>
        </pc:spChg>
        <pc:picChg chg="add del mod">
          <ac:chgData name="성희 진" userId="d1d9508d0f9cb706" providerId="LiveId" clId="{0F4F507A-4DF0-460D-9453-EB1E7814C088}" dt="2026-01-02T00:37:53.862" v="13272" actId="22"/>
          <ac:picMkLst>
            <pc:docMk/>
            <pc:sldMk cId="231886803" sldId="258"/>
            <ac:picMk id="2057" creationId="{B2302A9D-51EE-7178-59CB-E266EC8D604C}"/>
          </ac:picMkLst>
        </pc:picChg>
        <pc:picChg chg="add mod">
          <ac:chgData name="성희 진" userId="d1d9508d0f9cb706" providerId="LiveId" clId="{0F4F507A-4DF0-460D-9453-EB1E7814C088}" dt="2025-12-31T06:31:49.612" v="12952" actId="1076"/>
          <ac:picMkLst>
            <pc:docMk/>
            <pc:sldMk cId="231886803" sldId="258"/>
            <ac:picMk id="2070" creationId="{FFC9D66C-11C7-4C34-D9A3-9E41560A55A8}"/>
          </ac:picMkLst>
        </pc:picChg>
        <pc:picChg chg="add mod">
          <ac:chgData name="성희 진" userId="d1d9508d0f9cb706" providerId="LiveId" clId="{0F4F507A-4DF0-460D-9453-EB1E7814C088}" dt="2025-12-31T06:25:26.643" v="12866" actId="732"/>
          <ac:picMkLst>
            <pc:docMk/>
            <pc:sldMk cId="231886803" sldId="258"/>
            <ac:picMk id="2074" creationId="{31E1AC7F-17D4-5A23-9DCD-3B24651C11C6}"/>
          </ac:picMkLst>
        </pc:picChg>
        <pc:picChg chg="add mod">
          <ac:chgData name="성희 진" userId="d1d9508d0f9cb706" providerId="LiveId" clId="{0F4F507A-4DF0-460D-9453-EB1E7814C088}" dt="2026-01-02T00:36:56.387" v="13249" actId="1076"/>
          <ac:picMkLst>
            <pc:docMk/>
            <pc:sldMk cId="231886803" sldId="258"/>
            <ac:picMk id="2076" creationId="{CFD838FA-A4ED-5850-DD41-FC370BB0FB33}"/>
          </ac:picMkLst>
        </pc:picChg>
        <pc:picChg chg="add mod">
          <ac:chgData name="성희 진" userId="d1d9508d0f9cb706" providerId="LiveId" clId="{0F4F507A-4DF0-460D-9453-EB1E7814C088}" dt="2026-01-02T00:30:19.581" v="13157" actId="1076"/>
          <ac:picMkLst>
            <pc:docMk/>
            <pc:sldMk cId="231886803" sldId="258"/>
            <ac:picMk id="2080" creationId="{2D430951-10C1-7379-B5E8-236380218FEE}"/>
          </ac:picMkLst>
        </pc:picChg>
        <pc:picChg chg="add mod">
          <ac:chgData name="성희 진" userId="d1d9508d0f9cb706" providerId="LiveId" clId="{0F4F507A-4DF0-460D-9453-EB1E7814C088}" dt="2026-01-02T00:36:29.437" v="13247" actId="1076"/>
          <ac:picMkLst>
            <pc:docMk/>
            <pc:sldMk cId="231886803" sldId="258"/>
            <ac:picMk id="2082" creationId="{63EF6E4E-A968-AF05-2E2E-04E99B2A033F}"/>
          </ac:picMkLst>
        </pc:picChg>
        <pc:picChg chg="add mod">
          <ac:chgData name="성희 진" userId="d1d9508d0f9cb706" providerId="LiveId" clId="{0F4F507A-4DF0-460D-9453-EB1E7814C088}" dt="2026-01-02T00:31:24.662" v="13180" actId="1076"/>
          <ac:picMkLst>
            <pc:docMk/>
            <pc:sldMk cId="231886803" sldId="258"/>
            <ac:picMk id="2084" creationId="{8A07E40C-91B2-842B-41AB-AEEFA4E01EDC}"/>
          </ac:picMkLst>
        </pc:picChg>
        <pc:picChg chg="add mod">
          <ac:chgData name="성희 진" userId="d1d9508d0f9cb706" providerId="LiveId" clId="{0F4F507A-4DF0-460D-9453-EB1E7814C088}" dt="2026-01-02T00:36:12.481" v="13240" actId="1076"/>
          <ac:picMkLst>
            <pc:docMk/>
            <pc:sldMk cId="231886803" sldId="258"/>
            <ac:picMk id="2086" creationId="{7940CFB5-6845-54D6-2C8D-AB4B67206100}"/>
          </ac:picMkLst>
        </pc:picChg>
        <pc:picChg chg="add mod">
          <ac:chgData name="성희 진" userId="d1d9508d0f9cb706" providerId="LiveId" clId="{0F4F507A-4DF0-460D-9453-EB1E7814C088}" dt="2026-01-02T00:37:30.391" v="13260" actId="1076"/>
          <ac:picMkLst>
            <pc:docMk/>
            <pc:sldMk cId="231886803" sldId="258"/>
            <ac:picMk id="2088" creationId="{76B79C66-0A18-54DA-BC70-A3141D2372CC}"/>
          </ac:picMkLst>
        </pc:picChg>
        <pc:picChg chg="add mod">
          <ac:chgData name="성희 진" userId="d1d9508d0f9cb706" providerId="LiveId" clId="{0F4F507A-4DF0-460D-9453-EB1E7814C088}" dt="2026-01-02T02:28:30.213" v="14127" actId="1076"/>
          <ac:picMkLst>
            <pc:docMk/>
            <pc:sldMk cId="231886803" sldId="258"/>
            <ac:picMk id="2090" creationId="{CA4E8512-E02C-55BE-0354-5573553F6DD0}"/>
          </ac:picMkLst>
        </pc:picChg>
        <pc:picChg chg="add del mod">
          <ac:chgData name="성희 진" userId="d1d9508d0f9cb706" providerId="LiveId" clId="{0F4F507A-4DF0-460D-9453-EB1E7814C088}" dt="2026-01-02T00:35:14.462" v="13226" actId="21"/>
          <ac:picMkLst>
            <pc:docMk/>
            <pc:sldMk cId="231886803" sldId="258"/>
            <ac:picMk id="2092" creationId="{76DFA393-BC29-68D4-0158-4B7898507206}"/>
          </ac:picMkLst>
        </pc:picChg>
        <pc:picChg chg="add mod">
          <ac:chgData name="성희 진" userId="d1d9508d0f9cb706" providerId="LiveId" clId="{0F4F507A-4DF0-460D-9453-EB1E7814C088}" dt="2026-01-02T00:37:28.798" v="13259" actId="1076"/>
          <ac:picMkLst>
            <pc:docMk/>
            <pc:sldMk cId="231886803" sldId="258"/>
            <ac:picMk id="2094" creationId="{269F966C-79BE-758C-86D1-ECC4A6D44473}"/>
          </ac:picMkLst>
        </pc:picChg>
        <pc:picChg chg="add mod">
          <ac:chgData name="성희 진" userId="d1d9508d0f9cb706" providerId="LiveId" clId="{0F4F507A-4DF0-460D-9453-EB1E7814C088}" dt="2026-01-02T00:37:26.639" v="13258" actId="1076"/>
          <ac:picMkLst>
            <pc:docMk/>
            <pc:sldMk cId="231886803" sldId="258"/>
            <ac:picMk id="2096" creationId="{04CB4E78-7344-C062-7DAA-150BAFA55AEA}"/>
          </ac:picMkLst>
        </pc:picChg>
        <pc:picChg chg="add mod">
          <ac:chgData name="성희 진" userId="d1d9508d0f9cb706" providerId="LiveId" clId="{0F4F507A-4DF0-460D-9453-EB1E7814C088}" dt="2026-01-02T02:28:32.230" v="14128" actId="1076"/>
          <ac:picMkLst>
            <pc:docMk/>
            <pc:sldMk cId="231886803" sldId="258"/>
            <ac:picMk id="2098" creationId="{A5FA2508-5758-7522-A6B6-3171F6DC5F08}"/>
          </ac:picMkLst>
        </pc:picChg>
        <pc:cxnChg chg="add mod">
          <ac:chgData name="성희 진" userId="d1d9508d0f9cb706" providerId="LiveId" clId="{0F4F507A-4DF0-460D-9453-EB1E7814C088}" dt="2026-01-02T00:37:05.512" v="13253" actId="14100"/>
          <ac:cxnSpMkLst>
            <pc:docMk/>
            <pc:sldMk cId="231886803" sldId="258"/>
            <ac:cxnSpMk id="34" creationId="{7F04327D-E026-42A2-8EE7-9A7B4014AE72}"/>
          </ac:cxnSpMkLst>
        </pc:cxnChg>
        <pc:cxnChg chg="add mod">
          <ac:chgData name="성희 진" userId="d1d9508d0f9cb706" providerId="LiveId" clId="{0F4F507A-4DF0-460D-9453-EB1E7814C088}" dt="2026-01-02T00:36:59.029" v="13250" actId="1076"/>
          <ac:cxnSpMkLst>
            <pc:docMk/>
            <pc:sldMk cId="231886803" sldId="258"/>
            <ac:cxnSpMk id="51" creationId="{B9018B9A-B049-1474-70D3-74D8D8A1BC64}"/>
          </ac:cxnSpMkLst>
        </pc:cxnChg>
        <pc:cxnChg chg="add mod">
          <ac:chgData name="성희 진" userId="d1d9508d0f9cb706" providerId="LiveId" clId="{0F4F507A-4DF0-460D-9453-EB1E7814C088}" dt="2026-01-02T00:37:15.645" v="13255" actId="14100"/>
          <ac:cxnSpMkLst>
            <pc:docMk/>
            <pc:sldMk cId="231886803" sldId="258"/>
            <ac:cxnSpMk id="62" creationId="{0CF781CC-5023-B143-04FC-AFCFC982E02D}"/>
          </ac:cxnSpMkLst>
        </pc:cxnChg>
      </pc:sldChg>
      <pc:sldChg chg="addSp delSp modSp new mod ord setBg">
        <pc:chgData name="성희 진" userId="d1d9508d0f9cb706" providerId="LiveId" clId="{0F4F507A-4DF0-460D-9453-EB1E7814C088}" dt="2026-01-02T02:32:15.979" v="14177" actId="1076"/>
        <pc:sldMkLst>
          <pc:docMk/>
          <pc:sldMk cId="111936686" sldId="259"/>
        </pc:sldMkLst>
        <pc:spChg chg="add mod">
          <ac:chgData name="성희 진" userId="d1d9508d0f9cb706" providerId="LiveId" clId="{0F4F507A-4DF0-460D-9453-EB1E7814C088}" dt="2026-01-02T02:32:11.336" v="14176" actId="1076"/>
          <ac:spMkLst>
            <pc:docMk/>
            <pc:sldMk cId="111936686" sldId="259"/>
            <ac:spMk id="12" creationId="{E23B47AC-96AB-7ED3-7E6D-4FACC47B66D4}"/>
          </ac:spMkLst>
        </pc:spChg>
        <pc:spChg chg="add mod">
          <ac:chgData name="성희 진" userId="d1d9508d0f9cb706" providerId="LiveId" clId="{0F4F507A-4DF0-460D-9453-EB1E7814C088}" dt="2026-01-02T02:25:55.022" v="14103" actId="207"/>
          <ac:spMkLst>
            <pc:docMk/>
            <pc:sldMk cId="111936686" sldId="259"/>
            <ac:spMk id="16" creationId="{B81202DE-E09A-13CC-3A98-08767F735D90}"/>
          </ac:spMkLst>
        </pc:spChg>
        <pc:spChg chg="add mod">
          <ac:chgData name="성희 진" userId="d1d9508d0f9cb706" providerId="LiveId" clId="{0F4F507A-4DF0-460D-9453-EB1E7814C088}" dt="2026-01-02T00:49:06.655" v="13303" actId="1076"/>
          <ac:spMkLst>
            <pc:docMk/>
            <pc:sldMk cId="111936686" sldId="259"/>
            <ac:spMk id="17" creationId="{159E6CF9-777D-BE4C-B8FA-3A8ADB309E34}"/>
          </ac:spMkLst>
        </pc:spChg>
        <pc:spChg chg="add mod">
          <ac:chgData name="성희 진" userId="d1d9508d0f9cb706" providerId="LiveId" clId="{0F4F507A-4DF0-460D-9453-EB1E7814C088}" dt="2026-01-02T02:18:10.458" v="14059" actId="20577"/>
          <ac:spMkLst>
            <pc:docMk/>
            <pc:sldMk cId="111936686" sldId="259"/>
            <ac:spMk id="18" creationId="{2EE698A1-6DC2-888A-67C8-C465538D56A3}"/>
          </ac:spMkLst>
        </pc:spChg>
        <pc:spChg chg="add mod">
          <ac:chgData name="성희 진" userId="d1d9508d0f9cb706" providerId="LiveId" clId="{0F4F507A-4DF0-460D-9453-EB1E7814C088}" dt="2026-01-02T02:32:15.979" v="14177" actId="1076"/>
          <ac:spMkLst>
            <pc:docMk/>
            <pc:sldMk cId="111936686" sldId="259"/>
            <ac:spMk id="21" creationId="{386BBBD9-D88B-79FA-6CE4-804282E227E1}"/>
          </ac:spMkLst>
        </pc:spChg>
        <pc:spChg chg="add del mod">
          <ac:chgData name="성희 진" userId="d1d9508d0f9cb706" providerId="LiveId" clId="{0F4F507A-4DF0-460D-9453-EB1E7814C088}" dt="2026-01-02T00:48:48.350" v="13300" actId="21"/>
          <ac:spMkLst>
            <pc:docMk/>
            <pc:sldMk cId="111936686" sldId="259"/>
            <ac:spMk id="37" creationId="{698ACD99-DE7F-1F1D-52C6-D203BAF888D2}"/>
          </ac:spMkLst>
        </pc:spChg>
        <pc:spChg chg="add del mod">
          <ac:chgData name="성희 진" userId="d1d9508d0f9cb706" providerId="LiveId" clId="{0F4F507A-4DF0-460D-9453-EB1E7814C088}" dt="2026-01-02T00:48:48.350" v="13300" actId="21"/>
          <ac:spMkLst>
            <pc:docMk/>
            <pc:sldMk cId="111936686" sldId="259"/>
            <ac:spMk id="2057" creationId="{BB25BB16-B190-CAD2-0B20-57AD788D5C23}"/>
          </ac:spMkLst>
        </pc:spChg>
        <pc:picChg chg="add mod">
          <ac:chgData name="성희 진" userId="d1d9508d0f9cb706" providerId="LiveId" clId="{0F4F507A-4DF0-460D-9453-EB1E7814C088}" dt="2025-12-31T05:21:01.176" v="12134"/>
          <ac:picMkLst>
            <pc:docMk/>
            <pc:sldMk cId="111936686" sldId="259"/>
            <ac:picMk id="9" creationId="{0FC86E72-2B22-4D9C-A388-1813A4852133}"/>
          </ac:picMkLst>
        </pc:picChg>
        <pc:picChg chg="add del mod">
          <ac:chgData name="성희 진" userId="d1d9508d0f9cb706" providerId="LiveId" clId="{0F4F507A-4DF0-460D-9453-EB1E7814C088}" dt="2026-01-02T02:32:09.461" v="14175" actId="21"/>
          <ac:picMkLst>
            <pc:docMk/>
            <pc:sldMk cId="111936686" sldId="259"/>
            <ac:picMk id="14" creationId="{14FF629F-B76E-87BE-AAE7-175D52039470}"/>
          </ac:picMkLst>
        </pc:picChg>
        <pc:cxnChg chg="add mod">
          <ac:chgData name="성희 진" userId="d1d9508d0f9cb706" providerId="LiveId" clId="{0F4F507A-4DF0-460D-9453-EB1E7814C088}" dt="2026-01-02T02:20:46.117" v="14076" actId="1582"/>
          <ac:cxnSpMkLst>
            <pc:docMk/>
            <pc:sldMk cId="111936686" sldId="259"/>
            <ac:cxnSpMk id="20" creationId="{A826B187-AF08-B4E4-CB44-D884E5AEEF07}"/>
          </ac:cxnSpMkLst>
        </pc:cxnChg>
      </pc:sldChg>
      <pc:sldChg chg="addSp delSp modSp new mod ord setBg">
        <pc:chgData name="성희 진" userId="d1d9508d0f9cb706" providerId="LiveId" clId="{0F4F507A-4DF0-460D-9453-EB1E7814C088}" dt="2026-01-02T02:27:01.331" v="14110" actId="1076"/>
        <pc:sldMkLst>
          <pc:docMk/>
          <pc:sldMk cId="1936901424" sldId="261"/>
        </pc:sldMkLst>
        <pc:spChg chg="add del mod">
          <ac:chgData name="성희 진" userId="d1d9508d0f9cb706" providerId="LiveId" clId="{0F4F507A-4DF0-460D-9453-EB1E7814C088}" dt="2025-12-31T06:43:31.928" v="13080" actId="1076"/>
          <ac:spMkLst>
            <pc:docMk/>
            <pc:sldMk cId="1936901424" sldId="261"/>
            <ac:spMk id="39" creationId="{1AB73F90-4FDA-9CE8-8A15-C0CCC7C16B9C}"/>
          </ac:spMkLst>
        </pc:spChg>
        <pc:spChg chg="add del mod">
          <ac:chgData name="성희 진" userId="d1d9508d0f9cb706" providerId="LiveId" clId="{0F4F507A-4DF0-460D-9453-EB1E7814C088}" dt="2025-12-31T06:43:31.928" v="13080" actId="1076"/>
          <ac:spMkLst>
            <pc:docMk/>
            <pc:sldMk cId="1936901424" sldId="261"/>
            <ac:spMk id="51" creationId="{3274E3EE-C430-ADFB-D7BA-083C31CB80A4}"/>
          </ac:spMkLst>
        </pc:spChg>
        <pc:spChg chg="add del mod">
          <ac:chgData name="성희 진" userId="d1d9508d0f9cb706" providerId="LiveId" clId="{0F4F507A-4DF0-460D-9453-EB1E7814C088}" dt="2025-12-31T06:43:48.867" v="13083" actId="1076"/>
          <ac:spMkLst>
            <pc:docMk/>
            <pc:sldMk cId="1936901424" sldId="261"/>
            <ac:spMk id="53" creationId="{9C0C9B4F-2775-A872-838F-C87A2E74FC75}"/>
          </ac:spMkLst>
        </pc:spChg>
        <pc:spChg chg="add del mod">
          <ac:chgData name="성희 진" userId="d1d9508d0f9cb706" providerId="LiveId" clId="{0F4F507A-4DF0-460D-9453-EB1E7814C088}" dt="2025-12-31T06:43:31.928" v="13080" actId="1076"/>
          <ac:spMkLst>
            <pc:docMk/>
            <pc:sldMk cId="1936901424" sldId="261"/>
            <ac:spMk id="60" creationId="{A396243A-FE91-3C77-9269-C4EFF584C8F6}"/>
          </ac:spMkLst>
        </pc:spChg>
        <pc:spChg chg="add mod">
          <ac:chgData name="성희 진" userId="d1d9508d0f9cb706" providerId="LiveId" clId="{0F4F507A-4DF0-460D-9453-EB1E7814C088}" dt="2025-12-31T06:44:07.229" v="13086" actId="1076"/>
          <ac:spMkLst>
            <pc:docMk/>
            <pc:sldMk cId="1936901424" sldId="261"/>
            <ac:spMk id="66" creationId="{420109AB-015E-86DB-8C53-30D54C739D88}"/>
          </ac:spMkLst>
        </pc:spChg>
        <pc:spChg chg="add mod">
          <ac:chgData name="성희 진" userId="d1d9508d0f9cb706" providerId="LiveId" clId="{0F4F507A-4DF0-460D-9453-EB1E7814C088}" dt="2025-12-31T06:44:15.497" v="13087" actId="1076"/>
          <ac:spMkLst>
            <pc:docMk/>
            <pc:sldMk cId="1936901424" sldId="261"/>
            <ac:spMk id="68" creationId="{410F7D45-D510-0F2E-5E1B-C1C73EF426AC}"/>
          </ac:spMkLst>
        </pc:spChg>
        <pc:spChg chg="add mod">
          <ac:chgData name="성희 진" userId="d1d9508d0f9cb706" providerId="LiveId" clId="{0F4F507A-4DF0-460D-9453-EB1E7814C088}" dt="2025-12-31T05:47:37.721" v="12502" actId="1076"/>
          <ac:spMkLst>
            <pc:docMk/>
            <pc:sldMk cId="1936901424" sldId="261"/>
            <ac:spMk id="74" creationId="{FC05189F-2C0D-ECAF-8BAC-DA856CCF315A}"/>
          </ac:spMkLst>
        </pc:spChg>
        <pc:spChg chg="add mod">
          <ac:chgData name="성희 진" userId="d1d9508d0f9cb706" providerId="LiveId" clId="{0F4F507A-4DF0-460D-9453-EB1E7814C088}" dt="2025-12-31T06:43:31.928" v="13080" actId="1076"/>
          <ac:spMkLst>
            <pc:docMk/>
            <pc:sldMk cId="1936901424" sldId="261"/>
            <ac:spMk id="76" creationId="{7DE22F7B-DE16-B817-04D7-43646A6FBA3D}"/>
          </ac:spMkLst>
        </pc:spChg>
        <pc:spChg chg="add mod">
          <ac:chgData name="성희 진" userId="d1d9508d0f9cb706" providerId="LiveId" clId="{0F4F507A-4DF0-460D-9453-EB1E7814C088}" dt="2026-01-02T00:50:05.930" v="13316" actId="1076"/>
          <ac:spMkLst>
            <pc:docMk/>
            <pc:sldMk cId="1936901424" sldId="261"/>
            <ac:spMk id="86" creationId="{83EBD53D-7720-090E-C433-9C289C9F3D15}"/>
          </ac:spMkLst>
        </pc:spChg>
        <pc:spChg chg="add mod">
          <ac:chgData name="성희 진" userId="d1d9508d0f9cb706" providerId="LiveId" clId="{0F4F507A-4DF0-460D-9453-EB1E7814C088}" dt="2026-01-02T02:18:20.107" v="14061" actId="20577"/>
          <ac:spMkLst>
            <pc:docMk/>
            <pc:sldMk cId="1936901424" sldId="261"/>
            <ac:spMk id="87" creationId="{93A58906-0185-9379-5004-1569473A1FA8}"/>
          </ac:spMkLst>
        </pc:spChg>
        <pc:spChg chg="add mod">
          <ac:chgData name="성희 진" userId="d1d9508d0f9cb706" providerId="LiveId" clId="{0F4F507A-4DF0-460D-9453-EB1E7814C088}" dt="2025-12-31T06:43:31.928" v="13080" actId="1076"/>
          <ac:spMkLst>
            <pc:docMk/>
            <pc:sldMk cId="1936901424" sldId="261"/>
            <ac:spMk id="97" creationId="{2E53C41A-1619-B10F-4303-C90CF6868112}"/>
          </ac:spMkLst>
        </pc:spChg>
        <pc:spChg chg="add mod">
          <ac:chgData name="성희 진" userId="d1d9508d0f9cb706" providerId="LiveId" clId="{0F4F507A-4DF0-460D-9453-EB1E7814C088}" dt="2025-12-31T05:26:33.502" v="12179" actId="14100"/>
          <ac:spMkLst>
            <pc:docMk/>
            <pc:sldMk cId="1936901424" sldId="261"/>
            <ac:spMk id="98" creationId="{5CC6313E-4CAB-BC6A-2185-CC24329C2EEC}"/>
          </ac:spMkLst>
        </pc:spChg>
        <pc:spChg chg="add del mod">
          <ac:chgData name="성희 진" userId="d1d9508d0f9cb706" providerId="LiveId" clId="{0F4F507A-4DF0-460D-9453-EB1E7814C088}" dt="2026-01-02T02:26:27.513" v="14104" actId="207"/>
          <ac:spMkLst>
            <pc:docMk/>
            <pc:sldMk cId="1936901424" sldId="261"/>
            <ac:spMk id="102" creationId="{D47406A6-24B6-9C7B-2687-65F770842AEF}"/>
          </ac:spMkLst>
        </pc:spChg>
        <pc:spChg chg="add mod">
          <ac:chgData name="성희 진" userId="d1d9508d0f9cb706" providerId="LiveId" clId="{0F4F507A-4DF0-460D-9453-EB1E7814C088}" dt="2026-01-02T00:40:35.304" v="13283" actId="14100"/>
          <ac:spMkLst>
            <pc:docMk/>
            <pc:sldMk cId="1936901424" sldId="261"/>
            <ac:spMk id="125" creationId="{C1482186-5835-7181-71C2-980DCF674419}"/>
          </ac:spMkLst>
        </pc:spChg>
        <pc:spChg chg="add mod">
          <ac:chgData name="성희 진" userId="d1d9508d0f9cb706" providerId="LiveId" clId="{0F4F507A-4DF0-460D-9453-EB1E7814C088}" dt="2026-01-02T00:41:03.373" v="13284" actId="207"/>
          <ac:spMkLst>
            <pc:docMk/>
            <pc:sldMk cId="1936901424" sldId="261"/>
            <ac:spMk id="129" creationId="{7FD20259-915B-3B77-15BD-5D760DCFC1DB}"/>
          </ac:spMkLst>
        </pc:spChg>
        <pc:spChg chg="add mod">
          <ac:chgData name="성희 진" userId="d1d9508d0f9cb706" providerId="LiveId" clId="{0F4F507A-4DF0-460D-9453-EB1E7814C088}" dt="2026-01-02T00:47:24.376" v="13296" actId="207"/>
          <ac:spMkLst>
            <pc:docMk/>
            <pc:sldMk cId="1936901424" sldId="261"/>
            <ac:spMk id="130" creationId="{8740B86D-7281-4346-2224-16E2E589C992}"/>
          </ac:spMkLst>
        </pc:spChg>
        <pc:spChg chg="add mod">
          <ac:chgData name="성희 진" userId="d1d9508d0f9cb706" providerId="LiveId" clId="{0F4F507A-4DF0-460D-9453-EB1E7814C088}" dt="2026-01-02T00:48:16.407" v="13297" actId="207"/>
          <ac:spMkLst>
            <pc:docMk/>
            <pc:sldMk cId="1936901424" sldId="261"/>
            <ac:spMk id="131" creationId="{816D0C49-6F75-2B01-8CA0-142F33657C40}"/>
          </ac:spMkLst>
        </pc:spChg>
        <pc:spChg chg="add mod">
          <ac:chgData name="성희 진" userId="d1d9508d0f9cb706" providerId="LiveId" clId="{0F4F507A-4DF0-460D-9453-EB1E7814C088}" dt="2026-01-02T00:10:10.729" v="13144" actId="1076"/>
          <ac:spMkLst>
            <pc:docMk/>
            <pc:sldMk cId="1936901424" sldId="261"/>
            <ac:spMk id="135" creationId="{DEAEC24B-C811-123C-8B7B-CE9912631A2C}"/>
          </ac:spMkLst>
        </pc:spChg>
        <pc:spChg chg="add">
          <ac:chgData name="성희 진" userId="d1d9508d0f9cb706" providerId="LiveId" clId="{0F4F507A-4DF0-460D-9453-EB1E7814C088}" dt="2026-01-02T00:39:04.924" v="13280"/>
          <ac:spMkLst>
            <pc:docMk/>
            <pc:sldMk cId="1936901424" sldId="261"/>
            <ac:spMk id="136" creationId="{7FB456D7-831D-FBB2-DF72-CA05EF9450D0}"/>
          </ac:spMkLst>
        </pc:spChg>
        <pc:spChg chg="add">
          <ac:chgData name="성희 진" userId="d1d9508d0f9cb706" providerId="LiveId" clId="{0F4F507A-4DF0-460D-9453-EB1E7814C088}" dt="2026-01-02T00:39:14.481" v="13281"/>
          <ac:spMkLst>
            <pc:docMk/>
            <pc:sldMk cId="1936901424" sldId="261"/>
            <ac:spMk id="137" creationId="{67011B20-1C50-8C22-06F3-20BD43564473}"/>
          </ac:spMkLst>
        </pc:spChg>
        <pc:spChg chg="add mod">
          <ac:chgData name="성희 진" userId="d1d9508d0f9cb706" providerId="LiveId" clId="{0F4F507A-4DF0-460D-9453-EB1E7814C088}" dt="2026-01-02T02:26:40.481" v="14106" actId="1076"/>
          <ac:spMkLst>
            <pc:docMk/>
            <pc:sldMk cId="1936901424" sldId="261"/>
            <ac:spMk id="138" creationId="{4C6D6687-1A45-7581-C1F0-2CD64DE4C77A}"/>
          </ac:spMkLst>
        </pc:spChg>
        <pc:spChg chg="add mod">
          <ac:chgData name="성희 진" userId="d1d9508d0f9cb706" providerId="LiveId" clId="{0F4F507A-4DF0-460D-9453-EB1E7814C088}" dt="2026-01-02T02:26:53.329" v="14108" actId="1076"/>
          <ac:spMkLst>
            <pc:docMk/>
            <pc:sldMk cId="1936901424" sldId="261"/>
            <ac:spMk id="139" creationId="{BB6A9CD2-0101-9792-3CC2-B076F53CEE17}"/>
          </ac:spMkLst>
        </pc:spChg>
        <pc:spChg chg="add mod">
          <ac:chgData name="성희 진" userId="d1d9508d0f9cb706" providerId="LiveId" clId="{0F4F507A-4DF0-460D-9453-EB1E7814C088}" dt="2026-01-02T02:27:01.331" v="14110" actId="1076"/>
          <ac:spMkLst>
            <pc:docMk/>
            <pc:sldMk cId="1936901424" sldId="261"/>
            <ac:spMk id="140" creationId="{06292743-8023-2872-A51C-0B965CECE5FA}"/>
          </ac:spMkLst>
        </pc:spChg>
        <pc:picChg chg="add del mod">
          <ac:chgData name="성희 진" userId="d1d9508d0f9cb706" providerId="LiveId" clId="{0F4F507A-4DF0-460D-9453-EB1E7814C088}" dt="2025-12-31T05:58:43.988" v="12589" actId="14100"/>
          <ac:picMkLst>
            <pc:docMk/>
            <pc:sldMk cId="1936901424" sldId="261"/>
            <ac:picMk id="41" creationId="{A30DEA66-90E7-A58B-3B23-2DD465631D06}"/>
          </ac:picMkLst>
        </pc:picChg>
        <pc:cxnChg chg="add mod">
          <ac:chgData name="성희 진" userId="d1d9508d0f9cb706" providerId="LiveId" clId="{0F4F507A-4DF0-460D-9453-EB1E7814C088}" dt="2025-12-31T05:58:46.817" v="12590" actId="1076"/>
          <ac:cxnSpMkLst>
            <pc:docMk/>
            <pc:sldMk cId="1936901424" sldId="261"/>
            <ac:cxnSpMk id="89" creationId="{10F6FAE2-7924-57DB-D0AC-BC89375C25A8}"/>
          </ac:cxnSpMkLst>
        </pc:cxnChg>
      </pc:sldChg>
      <pc:sldChg chg="addSp delSp modSp new mod ord setBg">
        <pc:chgData name="성희 진" userId="d1d9508d0f9cb706" providerId="LiveId" clId="{0F4F507A-4DF0-460D-9453-EB1E7814C088}" dt="2026-01-02T02:21:12.865" v="14080" actId="1076"/>
        <pc:sldMkLst>
          <pc:docMk/>
          <pc:sldMk cId="432841807" sldId="262"/>
        </pc:sldMkLst>
        <pc:spChg chg="add mod">
          <ac:chgData name="성희 진" userId="d1d9508d0f9cb706" providerId="LiveId" clId="{0F4F507A-4DF0-460D-9453-EB1E7814C088}" dt="2025-12-31T06:37:10.070" v="13015" actId="14100"/>
          <ac:spMkLst>
            <pc:docMk/>
            <pc:sldMk cId="432841807" sldId="262"/>
            <ac:spMk id="2" creationId="{B057C8C9-98B7-1FA2-9BB1-1EACB07A612F}"/>
          </ac:spMkLst>
        </pc:spChg>
        <pc:spChg chg="add mod">
          <ac:chgData name="성희 진" userId="d1d9508d0f9cb706" providerId="LiveId" clId="{0F4F507A-4DF0-460D-9453-EB1E7814C088}" dt="2025-12-31T06:54:55.974" v="13128" actId="14100"/>
          <ac:spMkLst>
            <pc:docMk/>
            <pc:sldMk cId="432841807" sldId="262"/>
            <ac:spMk id="3" creationId="{CB66A68F-FA1B-F6DA-CBC9-540DA6A18497}"/>
          </ac:spMkLst>
        </pc:spChg>
        <pc:spChg chg="add mod">
          <ac:chgData name="성희 진" userId="d1d9508d0f9cb706" providerId="LiveId" clId="{0F4F507A-4DF0-460D-9453-EB1E7814C088}" dt="2025-12-31T06:55:11.199" v="13132" actId="1076"/>
          <ac:spMkLst>
            <pc:docMk/>
            <pc:sldMk cId="432841807" sldId="262"/>
            <ac:spMk id="5" creationId="{B644812E-38AA-8917-BBE3-7BEF6EEB9A1B}"/>
          </ac:spMkLst>
        </pc:spChg>
        <pc:spChg chg="add mod">
          <ac:chgData name="성희 진" userId="d1d9508d0f9cb706" providerId="LiveId" clId="{0F4F507A-4DF0-460D-9453-EB1E7814C088}" dt="2025-12-31T06:55:52.723" v="13140" actId="14100"/>
          <ac:spMkLst>
            <pc:docMk/>
            <pc:sldMk cId="432841807" sldId="262"/>
            <ac:spMk id="9" creationId="{28763A26-5665-BDCA-D8A4-1326A39820AD}"/>
          </ac:spMkLst>
        </pc:spChg>
        <pc:spChg chg="add mod">
          <ac:chgData name="성희 진" userId="d1d9508d0f9cb706" providerId="LiveId" clId="{0F4F507A-4DF0-460D-9453-EB1E7814C088}" dt="2026-01-02T00:50:22.311" v="13318" actId="1076"/>
          <ac:spMkLst>
            <pc:docMk/>
            <pc:sldMk cId="432841807" sldId="262"/>
            <ac:spMk id="10" creationId="{21FD59A6-5001-1793-A10C-68112D8B04C3}"/>
          </ac:spMkLst>
        </pc:spChg>
        <pc:spChg chg="add mod">
          <ac:chgData name="성희 진" userId="d1d9508d0f9cb706" providerId="LiveId" clId="{0F4F507A-4DF0-460D-9453-EB1E7814C088}" dt="2026-01-02T02:18:40.221" v="14065" actId="20577"/>
          <ac:spMkLst>
            <pc:docMk/>
            <pc:sldMk cId="432841807" sldId="262"/>
            <ac:spMk id="11" creationId="{F859C950-7234-CAD3-4E25-93FBBAC6B3BF}"/>
          </ac:spMkLst>
        </pc:spChg>
        <pc:cxnChg chg="add mod">
          <ac:chgData name="성희 진" userId="d1d9508d0f9cb706" providerId="LiveId" clId="{0F4F507A-4DF0-460D-9453-EB1E7814C088}" dt="2026-01-02T02:21:12.865" v="14080" actId="1076"/>
          <ac:cxnSpMkLst>
            <pc:docMk/>
            <pc:sldMk cId="432841807" sldId="262"/>
            <ac:cxnSpMk id="12" creationId="{9C096568-01B2-F4A5-7D29-C4675C5E0C19}"/>
          </ac:cxnSpMkLst>
        </pc:cxnChg>
      </pc:sldChg>
      <pc:sldChg chg="addSp delSp modSp add mod setBg">
        <pc:chgData name="성희 진" userId="d1d9508d0f9cb706" providerId="LiveId" clId="{0F4F507A-4DF0-460D-9453-EB1E7814C088}" dt="2026-01-02T02:21:43.047" v="14087" actId="1076"/>
        <pc:sldMkLst>
          <pc:docMk/>
          <pc:sldMk cId="2282420337" sldId="263"/>
        </pc:sldMkLst>
        <pc:spChg chg="mod">
          <ac:chgData name="성희 진" userId="d1d9508d0f9cb706" providerId="LiveId" clId="{0F4F507A-4DF0-460D-9453-EB1E7814C088}" dt="2026-01-02T02:21:25.634" v="14084" actId="1076"/>
          <ac:spMkLst>
            <pc:docMk/>
            <pc:sldMk cId="2282420337" sldId="263"/>
            <ac:spMk id="3" creationId="{1FEED854-9264-9ACE-C863-A5B2D5D9CA8F}"/>
          </ac:spMkLst>
        </pc:spChg>
        <pc:spChg chg="add mod">
          <ac:chgData name="성희 진" userId="d1d9508d0f9cb706" providerId="LiveId" clId="{0F4F507A-4DF0-460D-9453-EB1E7814C088}" dt="2025-12-31T06:42:33.147" v="13064" actId="255"/>
          <ac:spMkLst>
            <pc:docMk/>
            <pc:sldMk cId="2282420337" sldId="263"/>
            <ac:spMk id="5" creationId="{8557A386-7C4D-DD8E-0290-79789115C248}"/>
          </ac:spMkLst>
        </pc:spChg>
        <pc:spChg chg="add mod">
          <ac:chgData name="성희 진" userId="d1d9508d0f9cb706" providerId="LiveId" clId="{0F4F507A-4DF0-460D-9453-EB1E7814C088}" dt="2026-01-02T02:21:43.047" v="14087" actId="1076"/>
          <ac:spMkLst>
            <pc:docMk/>
            <pc:sldMk cId="2282420337" sldId="263"/>
            <ac:spMk id="7" creationId="{32F13ABE-3DA4-A103-6CDC-A7FB97EA5C5C}"/>
          </ac:spMkLst>
        </pc:spChg>
        <pc:spChg chg="add mod">
          <ac:chgData name="성희 진" userId="d1d9508d0f9cb706" providerId="LiveId" clId="{0F4F507A-4DF0-460D-9453-EB1E7814C088}" dt="2026-01-02T00:50:41.092" v="13327" actId="1038"/>
          <ac:spMkLst>
            <pc:docMk/>
            <pc:sldMk cId="2282420337" sldId="263"/>
            <ac:spMk id="8" creationId="{DE61FB88-4A75-5839-0B15-7C951A2245EB}"/>
          </ac:spMkLst>
        </pc:spChg>
        <pc:spChg chg="add mod">
          <ac:chgData name="성희 진" userId="d1d9508d0f9cb706" providerId="LiveId" clId="{0F4F507A-4DF0-460D-9453-EB1E7814C088}" dt="2026-01-02T02:18:48.609" v="14069" actId="20577"/>
          <ac:spMkLst>
            <pc:docMk/>
            <pc:sldMk cId="2282420337" sldId="263"/>
            <ac:spMk id="9" creationId="{AC37E7FF-92CB-2CB0-D40C-FCFADFAD89F1}"/>
          </ac:spMkLst>
        </pc:spChg>
        <pc:cxnChg chg="add mod">
          <ac:chgData name="성희 진" userId="d1d9508d0f9cb706" providerId="LiveId" clId="{0F4F507A-4DF0-460D-9453-EB1E7814C088}" dt="2026-01-02T02:21:35.225" v="14086" actId="208"/>
          <ac:cxnSpMkLst>
            <pc:docMk/>
            <pc:sldMk cId="2282420337" sldId="263"/>
            <ac:cxnSpMk id="10" creationId="{644BCF85-8C17-1D88-D351-CCB81E73EA45}"/>
          </ac:cxnSpMkLst>
        </pc:cxnChg>
      </pc:sldChg>
      <pc:sldChg chg="addSp delSp modSp new mod">
        <pc:chgData name="성희 진" userId="d1d9508d0f9cb706" providerId="LiveId" clId="{0F4F507A-4DF0-460D-9453-EB1E7814C088}" dt="2026-01-02T02:27:34.455" v="14114" actId="1076"/>
        <pc:sldMkLst>
          <pc:docMk/>
          <pc:sldMk cId="3155253866" sldId="264"/>
        </pc:sldMkLst>
        <pc:spChg chg="add del mod">
          <ac:chgData name="성희 진" userId="d1d9508d0f9cb706" providerId="LiveId" clId="{0F4F507A-4DF0-460D-9453-EB1E7814C088}" dt="2026-01-02T02:02:57.380" v="13821" actId="21"/>
          <ac:spMkLst>
            <pc:docMk/>
            <pc:sldMk cId="3155253866" sldId="264"/>
            <ac:spMk id="2" creationId="{BD95273F-2336-FEFF-3224-345B850E1CF5}"/>
          </ac:spMkLst>
        </pc:spChg>
        <pc:spChg chg="add mod">
          <ac:chgData name="성희 진" userId="d1d9508d0f9cb706" providerId="LiveId" clId="{0F4F507A-4DF0-460D-9453-EB1E7814C088}" dt="2026-01-02T02:13:25.241" v="14032" actId="207"/>
          <ac:spMkLst>
            <pc:docMk/>
            <pc:sldMk cId="3155253866" sldId="264"/>
            <ac:spMk id="3" creationId="{9D332ADA-31C2-E8DA-CBBC-1F6E85569462}"/>
          </ac:spMkLst>
        </pc:spChg>
        <pc:spChg chg="add del mod">
          <ac:chgData name="성희 진" userId="d1d9508d0f9cb706" providerId="LiveId" clId="{0F4F507A-4DF0-460D-9453-EB1E7814C088}" dt="2026-01-02T02:14:02.138" v="14033" actId="207"/>
          <ac:spMkLst>
            <pc:docMk/>
            <pc:sldMk cId="3155253866" sldId="264"/>
            <ac:spMk id="4" creationId="{2A2DA2B4-EFA8-F3B4-DE21-F5B482EAC4F5}"/>
          </ac:spMkLst>
        </pc:spChg>
        <pc:spChg chg="add del mod">
          <ac:chgData name="성희 진" userId="d1d9508d0f9cb706" providerId="LiveId" clId="{0F4F507A-4DF0-460D-9453-EB1E7814C088}" dt="2026-01-02T02:14:27.319" v="14034" actId="207"/>
          <ac:spMkLst>
            <pc:docMk/>
            <pc:sldMk cId="3155253866" sldId="264"/>
            <ac:spMk id="5" creationId="{743F5B64-C949-9B56-867F-61688E38028A}"/>
          </ac:spMkLst>
        </pc:spChg>
        <pc:spChg chg="add del mod">
          <ac:chgData name="성희 진" userId="d1d9508d0f9cb706" providerId="LiveId" clId="{0F4F507A-4DF0-460D-9453-EB1E7814C088}" dt="2026-01-02T02:15:01.622" v="14036" actId="207"/>
          <ac:spMkLst>
            <pc:docMk/>
            <pc:sldMk cId="3155253866" sldId="264"/>
            <ac:spMk id="6" creationId="{3AAC6E61-B80C-B75F-DA64-69443ECA87F8}"/>
          </ac:spMkLst>
        </pc:spChg>
        <pc:spChg chg="add mod">
          <ac:chgData name="성희 진" userId="d1d9508d0f9cb706" providerId="LiveId" clId="{0F4F507A-4DF0-460D-9453-EB1E7814C088}" dt="2026-01-02T02:15:35.967" v="14037" actId="207"/>
          <ac:spMkLst>
            <pc:docMk/>
            <pc:sldMk cId="3155253866" sldId="264"/>
            <ac:spMk id="7" creationId="{9190E432-2934-215D-AABC-7AEAD0E20B33}"/>
          </ac:spMkLst>
        </pc:spChg>
        <pc:spChg chg="add del mod">
          <ac:chgData name="성희 진" userId="d1d9508d0f9cb706" providerId="LiveId" clId="{0F4F507A-4DF0-460D-9453-EB1E7814C088}" dt="2026-01-02T02:02:55.397" v="13820" actId="21"/>
          <ac:spMkLst>
            <pc:docMk/>
            <pc:sldMk cId="3155253866" sldId="264"/>
            <ac:spMk id="9" creationId="{7A0FED31-48C7-1DFE-0608-B149E5B9F52C}"/>
          </ac:spMkLst>
        </pc:spChg>
        <pc:spChg chg="add del mod">
          <ac:chgData name="성희 진" userId="d1d9508d0f9cb706" providerId="LiveId" clId="{0F4F507A-4DF0-460D-9453-EB1E7814C088}" dt="2026-01-02T02:15:56.893" v="14041" actId="1076"/>
          <ac:spMkLst>
            <pc:docMk/>
            <pc:sldMk cId="3155253866" sldId="264"/>
            <ac:spMk id="11" creationId="{4B721E24-8955-4DCC-CE77-C372B7E0CE5D}"/>
          </ac:spMkLst>
        </pc:spChg>
        <pc:spChg chg="add mod">
          <ac:chgData name="성희 진" userId="d1d9508d0f9cb706" providerId="LiveId" clId="{0F4F507A-4DF0-460D-9453-EB1E7814C088}" dt="2026-01-02T01:19:21.516" v="13719" actId="207"/>
          <ac:spMkLst>
            <pc:docMk/>
            <pc:sldMk cId="3155253866" sldId="264"/>
            <ac:spMk id="12" creationId="{462DA9ED-496C-62CA-4475-837F537452F8}"/>
          </ac:spMkLst>
        </pc:spChg>
        <pc:spChg chg="add mod">
          <ac:chgData name="성희 진" userId="d1d9508d0f9cb706" providerId="LiveId" clId="{0F4F507A-4DF0-460D-9453-EB1E7814C088}" dt="2026-01-02T01:17:03.183" v="13625" actId="20577"/>
          <ac:spMkLst>
            <pc:docMk/>
            <pc:sldMk cId="3155253866" sldId="264"/>
            <ac:spMk id="14" creationId="{29FDCC4E-A045-D561-3388-DA7AF2986435}"/>
          </ac:spMkLst>
        </pc:spChg>
        <pc:spChg chg="add mod">
          <ac:chgData name="성희 진" userId="d1d9508d0f9cb706" providerId="LiveId" clId="{0F4F507A-4DF0-460D-9453-EB1E7814C088}" dt="2026-01-02T02:02:14.180" v="13806" actId="1076"/>
          <ac:spMkLst>
            <pc:docMk/>
            <pc:sldMk cId="3155253866" sldId="264"/>
            <ac:spMk id="16" creationId="{EF415FA0-41D4-0118-BD9F-CB6F28F53D4B}"/>
          </ac:spMkLst>
        </pc:spChg>
        <pc:spChg chg="add mod">
          <ac:chgData name="성희 진" userId="d1d9508d0f9cb706" providerId="LiveId" clId="{0F4F507A-4DF0-460D-9453-EB1E7814C088}" dt="2026-01-02T01:18:26.477" v="13701" actId="1038"/>
          <ac:spMkLst>
            <pc:docMk/>
            <pc:sldMk cId="3155253866" sldId="264"/>
            <ac:spMk id="18" creationId="{27980512-1BF9-C2AB-B1CF-535221918E02}"/>
          </ac:spMkLst>
        </pc:spChg>
        <pc:spChg chg="add mod">
          <ac:chgData name="성희 진" userId="d1d9508d0f9cb706" providerId="LiveId" clId="{0F4F507A-4DF0-460D-9453-EB1E7814C088}" dt="2026-01-02T01:18:52.027" v="13717" actId="20577"/>
          <ac:spMkLst>
            <pc:docMk/>
            <pc:sldMk cId="3155253866" sldId="264"/>
            <ac:spMk id="20" creationId="{11F03308-3297-1C54-EC47-19F7F34818D8}"/>
          </ac:spMkLst>
        </pc:spChg>
        <pc:spChg chg="add">
          <ac:chgData name="성희 진" userId="d1d9508d0f9cb706" providerId="LiveId" clId="{0F4F507A-4DF0-460D-9453-EB1E7814C088}" dt="2026-01-02T01:54:59.640" v="13720"/>
          <ac:spMkLst>
            <pc:docMk/>
            <pc:sldMk cId="3155253866" sldId="264"/>
            <ac:spMk id="21" creationId="{9B1E19FA-EED5-409C-A672-8836DDF7B2DF}"/>
          </ac:spMkLst>
        </pc:spChg>
        <pc:spChg chg="add del mod">
          <ac:chgData name="성희 진" userId="d1d9508d0f9cb706" providerId="LiveId" clId="{0F4F507A-4DF0-460D-9453-EB1E7814C088}" dt="2026-01-02T01:55:25.406" v="13726" actId="21"/>
          <ac:spMkLst>
            <pc:docMk/>
            <pc:sldMk cId="3155253866" sldId="264"/>
            <ac:spMk id="22" creationId="{686EA527-E086-BC21-E8D6-497ADDC9CE1A}"/>
          </ac:spMkLst>
        </pc:spChg>
        <pc:spChg chg="add del mod">
          <ac:chgData name="성희 진" userId="d1d9508d0f9cb706" providerId="LiveId" clId="{0F4F507A-4DF0-460D-9453-EB1E7814C088}" dt="2026-01-02T02:02:57.380" v="13821" actId="21"/>
          <ac:spMkLst>
            <pc:docMk/>
            <pc:sldMk cId="3155253866" sldId="264"/>
            <ac:spMk id="23" creationId="{CBC3E8CF-7CDD-6DBA-50DE-2D3FB5B9EAAE}"/>
          </ac:spMkLst>
        </pc:spChg>
        <pc:spChg chg="add">
          <ac:chgData name="성희 진" userId="d1d9508d0f9cb706" providerId="LiveId" clId="{0F4F507A-4DF0-460D-9453-EB1E7814C088}" dt="2026-01-02T01:57:27.467" v="13746"/>
          <ac:spMkLst>
            <pc:docMk/>
            <pc:sldMk cId="3155253866" sldId="264"/>
            <ac:spMk id="24" creationId="{8E541059-66B8-C053-7009-CB7B864AED5B}"/>
          </ac:spMkLst>
        </pc:spChg>
        <pc:spChg chg="add">
          <ac:chgData name="성희 진" userId="d1d9508d0f9cb706" providerId="LiveId" clId="{0F4F507A-4DF0-460D-9453-EB1E7814C088}" dt="2026-01-02T01:58:03.129" v="13749"/>
          <ac:spMkLst>
            <pc:docMk/>
            <pc:sldMk cId="3155253866" sldId="264"/>
            <ac:spMk id="25" creationId="{E4812A88-7F6C-6581-BECA-69CCBCEC9DE6}"/>
          </ac:spMkLst>
        </pc:spChg>
        <pc:spChg chg="add del mod">
          <ac:chgData name="성희 진" userId="d1d9508d0f9cb706" providerId="LiveId" clId="{0F4F507A-4DF0-460D-9453-EB1E7814C088}" dt="2026-01-02T01:58:47.180" v="13772" actId="5793"/>
          <ac:spMkLst>
            <pc:docMk/>
            <pc:sldMk cId="3155253866" sldId="264"/>
            <ac:spMk id="26" creationId="{D02837B5-5149-3192-F8CA-7636E80E1467}"/>
          </ac:spMkLst>
        </pc:spChg>
        <pc:spChg chg="add mod">
          <ac:chgData name="성희 진" userId="d1d9508d0f9cb706" providerId="LiveId" clId="{0F4F507A-4DF0-460D-9453-EB1E7814C088}" dt="2026-01-02T02:17:26.885" v="14052" actId="14100"/>
          <ac:spMkLst>
            <pc:docMk/>
            <pc:sldMk cId="3155253866" sldId="264"/>
            <ac:spMk id="28" creationId="{BA1E4E43-545A-179E-6444-FC9DEA236766}"/>
          </ac:spMkLst>
        </pc:spChg>
        <pc:spChg chg="add del mod">
          <ac:chgData name="성희 진" userId="d1d9508d0f9cb706" providerId="LiveId" clId="{0F4F507A-4DF0-460D-9453-EB1E7814C088}" dt="2026-01-02T01:59:37.537" v="13789"/>
          <ac:spMkLst>
            <pc:docMk/>
            <pc:sldMk cId="3155253866" sldId="264"/>
            <ac:spMk id="29" creationId="{59559365-E7BA-EA19-D20B-C71B067433EB}"/>
          </ac:spMkLst>
        </pc:spChg>
        <pc:spChg chg="add del mod">
          <ac:chgData name="성희 진" userId="d1d9508d0f9cb706" providerId="LiveId" clId="{0F4F507A-4DF0-460D-9453-EB1E7814C088}" dt="2026-01-02T02:27:21.333" v="14111" actId="1076"/>
          <ac:spMkLst>
            <pc:docMk/>
            <pc:sldMk cId="3155253866" sldId="264"/>
            <ac:spMk id="31" creationId="{B3078755-1ABD-E530-571D-4A216112CDED}"/>
          </ac:spMkLst>
        </pc:spChg>
        <pc:spChg chg="add del mod">
          <ac:chgData name="성희 진" userId="d1d9508d0f9cb706" providerId="LiveId" clId="{0F4F507A-4DF0-460D-9453-EB1E7814C088}" dt="2026-01-02T02:02:23.330" v="13810"/>
          <ac:spMkLst>
            <pc:docMk/>
            <pc:sldMk cId="3155253866" sldId="264"/>
            <ac:spMk id="32" creationId="{DA5C718C-9F4D-AC6E-A70D-E4689361F543}"/>
          </ac:spMkLst>
        </pc:spChg>
        <pc:spChg chg="add del mod">
          <ac:chgData name="성희 진" userId="d1d9508d0f9cb706" providerId="LiveId" clId="{0F4F507A-4DF0-460D-9453-EB1E7814C088}" dt="2026-01-02T02:03:32.063" v="13829"/>
          <ac:spMkLst>
            <pc:docMk/>
            <pc:sldMk cId="3155253866" sldId="264"/>
            <ac:spMk id="33" creationId="{2D4D51F4-00A3-9772-1896-B8978B9C0E5F}"/>
          </ac:spMkLst>
        </pc:spChg>
        <pc:spChg chg="add del mod">
          <ac:chgData name="성희 진" userId="d1d9508d0f9cb706" providerId="LiveId" clId="{0F4F507A-4DF0-460D-9453-EB1E7814C088}" dt="2026-01-02T02:27:27.985" v="14113" actId="1076"/>
          <ac:spMkLst>
            <pc:docMk/>
            <pc:sldMk cId="3155253866" sldId="264"/>
            <ac:spMk id="35" creationId="{35E281BB-CC83-0728-AE48-E27C196B9FA7}"/>
          </ac:spMkLst>
        </pc:spChg>
        <pc:spChg chg="add mod">
          <ac:chgData name="성희 진" userId="d1d9508d0f9cb706" providerId="LiveId" clId="{0F4F507A-4DF0-460D-9453-EB1E7814C088}" dt="2026-01-02T02:27:34.455" v="14114" actId="1076"/>
          <ac:spMkLst>
            <pc:docMk/>
            <pc:sldMk cId="3155253866" sldId="264"/>
            <ac:spMk id="37" creationId="{0CC4BC0A-2145-0397-0A8F-1FABE5CA80CF}"/>
          </ac:spMkLst>
        </pc:spChg>
        <pc:spChg chg="add del mod">
          <ac:chgData name="성희 진" userId="d1d9508d0f9cb706" providerId="LiveId" clId="{0F4F507A-4DF0-460D-9453-EB1E7814C088}" dt="2026-01-02T02:15:37.425" v="14039"/>
          <ac:spMkLst>
            <pc:docMk/>
            <pc:sldMk cId="3155253866" sldId="264"/>
            <ac:spMk id="45" creationId="{E205F690-F7CA-5D34-D0D7-D1343F23FCB2}"/>
          </ac:spMkLst>
        </pc:spChg>
        <pc:spChg chg="add mod">
          <ac:chgData name="성희 진" userId="d1d9508d0f9cb706" providerId="LiveId" clId="{0F4F507A-4DF0-460D-9453-EB1E7814C088}" dt="2026-01-02T02:17:32.241" v="14053" actId="1076"/>
          <ac:spMkLst>
            <pc:docMk/>
            <pc:sldMk cId="3155253866" sldId="264"/>
            <ac:spMk id="46" creationId="{FAA7C46C-FBCC-13B1-A9FC-87073E8558B5}"/>
          </ac:spMkLst>
        </pc:spChg>
        <pc:spChg chg="add mod">
          <ac:chgData name="성희 진" userId="d1d9508d0f9cb706" providerId="LiveId" clId="{0F4F507A-4DF0-460D-9453-EB1E7814C088}" dt="2026-01-02T02:17:32.241" v="14053" actId="1076"/>
          <ac:spMkLst>
            <pc:docMk/>
            <pc:sldMk cId="3155253866" sldId="264"/>
            <ac:spMk id="47" creationId="{8EE27F71-2450-2105-9CA2-B92DA495BEE1}"/>
          </ac:spMkLst>
        </pc:spChg>
        <pc:spChg chg="add mod">
          <ac:chgData name="성희 진" userId="d1d9508d0f9cb706" providerId="LiveId" clId="{0F4F507A-4DF0-460D-9453-EB1E7814C088}" dt="2026-01-02T02:17:50.806" v="14057" actId="1076"/>
          <ac:spMkLst>
            <pc:docMk/>
            <pc:sldMk cId="3155253866" sldId="264"/>
            <ac:spMk id="48" creationId="{C4D54916-C63D-EE74-63B0-157A3309BDE9}"/>
          </ac:spMkLst>
        </pc:spChg>
        <pc:spChg chg="add mod">
          <ac:chgData name="성희 진" userId="d1d9508d0f9cb706" providerId="LiveId" clId="{0F4F507A-4DF0-460D-9453-EB1E7814C088}" dt="2026-01-02T02:18:56.647" v="14071" actId="20577"/>
          <ac:spMkLst>
            <pc:docMk/>
            <pc:sldMk cId="3155253866" sldId="264"/>
            <ac:spMk id="49" creationId="{3A5C58C7-E349-2CE7-5B4C-BF6402B40E48}"/>
          </ac:spMkLst>
        </pc:spChg>
        <pc:cxnChg chg="add del mod">
          <ac:chgData name="성희 진" userId="d1d9508d0f9cb706" providerId="LiveId" clId="{0F4F507A-4DF0-460D-9453-EB1E7814C088}" dt="2026-01-02T02:08:53.827" v="14020" actId="21"/>
          <ac:cxnSpMkLst>
            <pc:docMk/>
            <pc:sldMk cId="3155253866" sldId="264"/>
            <ac:cxnSpMk id="39" creationId="{8A637AFC-5863-1C0F-0627-20F5ECB0D5CE}"/>
          </ac:cxnSpMkLst>
        </pc:cxnChg>
        <pc:cxnChg chg="add mod">
          <ac:chgData name="성희 진" userId="d1d9508d0f9cb706" providerId="LiveId" clId="{0F4F507A-4DF0-460D-9453-EB1E7814C088}" dt="2026-01-02T02:09:24.170" v="14025" actId="1582"/>
          <ac:cxnSpMkLst>
            <pc:docMk/>
            <pc:sldMk cId="3155253866" sldId="264"/>
            <ac:cxnSpMk id="44" creationId="{8B9BF521-F402-80DA-6203-6507A0253454}"/>
          </ac:cxnSpMkLst>
        </pc:cxnChg>
      </pc:sldChg>
      <pc:sldChg chg="addSp delSp modSp new mod setBg">
        <pc:chgData name="성희 진" userId="d1d9508d0f9cb706" providerId="LiveId" clId="{0F4F507A-4DF0-460D-9453-EB1E7814C088}" dt="2026-01-02T02:45:40.101" v="14234" actId="1076"/>
        <pc:sldMkLst>
          <pc:docMk/>
          <pc:sldMk cId="2186284795" sldId="265"/>
        </pc:sldMkLst>
        <pc:spChg chg="add del mod">
          <ac:chgData name="성희 진" userId="d1d9508d0f9cb706" providerId="LiveId" clId="{0F4F507A-4DF0-460D-9453-EB1E7814C088}" dt="2026-01-02T02:35:30.322" v="14228" actId="1076"/>
          <ac:spMkLst>
            <pc:docMk/>
            <pc:sldMk cId="2186284795" sldId="265"/>
            <ac:spMk id="2" creationId="{2ECA42E1-5D7C-CDB8-4505-A750D14AAD5D}"/>
          </ac:spMkLst>
        </pc:spChg>
        <pc:spChg chg="add del mod">
          <ac:chgData name="성희 진" userId="d1d9508d0f9cb706" providerId="LiveId" clId="{0F4F507A-4DF0-460D-9453-EB1E7814C088}" dt="2026-01-02T02:32:41.384" v="14180"/>
          <ac:spMkLst>
            <pc:docMk/>
            <pc:sldMk cId="2186284795" sldId="265"/>
            <ac:spMk id="3" creationId="{274C69E5-C7D5-A688-E6E0-A8F89A9A71F2}"/>
          </ac:spMkLst>
        </pc:spChg>
        <pc:spChg chg="add del mod">
          <ac:chgData name="성희 진" userId="d1d9508d0f9cb706" providerId="LiveId" clId="{0F4F507A-4DF0-460D-9453-EB1E7814C088}" dt="2026-01-02T02:33:15.284" v="14188"/>
          <ac:spMkLst>
            <pc:docMk/>
            <pc:sldMk cId="2186284795" sldId="265"/>
            <ac:spMk id="4" creationId="{4CDC0B97-A2E9-0988-BA1C-0AE69F95667F}"/>
          </ac:spMkLst>
        </pc:spChg>
        <pc:spChg chg="add mod">
          <ac:chgData name="성희 진" userId="d1d9508d0f9cb706" providerId="LiveId" clId="{0F4F507A-4DF0-460D-9453-EB1E7814C088}" dt="2026-01-02T02:45:40.101" v="14234" actId="1076"/>
          <ac:spMkLst>
            <pc:docMk/>
            <pc:sldMk cId="2186284795" sldId="265"/>
            <ac:spMk id="6" creationId="{84B24DA5-7D3B-CBA2-0661-FA28722D9697}"/>
          </ac:spMkLst>
        </pc:spChg>
        <pc:spChg chg="add mod">
          <ac:chgData name="성희 진" userId="d1d9508d0f9cb706" providerId="LiveId" clId="{0F4F507A-4DF0-460D-9453-EB1E7814C088}" dt="2026-01-02T02:35:16.097" v="14222" actId="1076"/>
          <ac:spMkLst>
            <pc:docMk/>
            <pc:sldMk cId="2186284795" sldId="265"/>
            <ac:spMk id="8" creationId="{D477F942-9B06-59A6-6677-AA7C21D427DF}"/>
          </ac:spMkLst>
        </pc:spChg>
        <pc:spChg chg="add mod">
          <ac:chgData name="성희 진" userId="d1d9508d0f9cb706" providerId="LiveId" clId="{0F4F507A-4DF0-460D-9453-EB1E7814C088}" dt="2026-01-02T02:35:22.540" v="14227" actId="1038"/>
          <ac:spMkLst>
            <pc:docMk/>
            <pc:sldMk cId="2186284795" sldId="265"/>
            <ac:spMk id="10" creationId="{6A89500F-2720-A179-C696-218B7B5AB18D}"/>
          </ac:spMkLst>
        </pc:spChg>
        <pc:cxnChg chg="add mod">
          <ac:chgData name="성희 진" userId="d1d9508d0f9cb706" providerId="LiveId" clId="{0F4F507A-4DF0-460D-9453-EB1E7814C088}" dt="2026-01-02T02:35:46.980" v="14232" actId="1076"/>
          <ac:cxnSpMkLst>
            <pc:docMk/>
            <pc:sldMk cId="2186284795" sldId="265"/>
            <ac:cxnSpMk id="12" creationId="{27A12585-E992-4E42-F0A6-1DCD336AB77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AE3B7-7E00-A531-7533-D810B7C9C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BB32C7-0611-C7CA-AB1E-6C4828174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3601D-D29E-9475-1629-B1D6A3BF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B08F5E-276E-4D1F-3AD6-B42CB27A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10E08-73F6-BBEE-BC2E-7DB94ED9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99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5A314-96F5-F100-48D4-3C930C80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27BA4-BC94-5B35-C1EB-43317EF9E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316432-D1E6-5861-0325-C0D61E98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90D92-5178-1A20-27E8-408112D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ECF00-21CF-7B66-60CF-B66D8527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49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CA3A6-3B09-C0DC-185A-7A662AED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DAB67-9FBF-754D-7373-82ED2DD50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378181-DA7A-6A63-613D-ACDD1C42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12234-B498-F270-3252-24039C9C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E64F8-CF9D-3794-CA25-59D401AE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60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FE674-4C3F-859C-E7CF-342E77D5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F4B5E6-AC97-E457-875E-DBAEDFCEA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7A50F-9B7C-ED8B-C30D-11C930FDE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E4D814-3F6F-8977-7BE4-619A9E5A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2115C1-D9FA-83FF-B8E8-23C23E12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77B6FC-0F2E-568C-0468-E24E4E80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98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5DBCB-C6C7-88FE-316A-D78F662F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8B734B-431D-43E8-5C5F-498C626EE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E2D4D8-40FF-AF0E-E355-28BB709D5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43BDDF-4E2F-CD44-3772-95ACCA825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68625F-8FF2-334E-2068-AAF1DE820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000DCA-09EF-4B71-A70C-49001FDE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5C6DAA-8198-4BB4-AA17-0BC1669C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751B78-BEFC-B7FB-B452-411A5DE4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870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31E9C-AF2C-5FBB-0BCD-D01EE56D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09CFC6-6599-834E-C551-17632760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4702A-CFA8-86F6-7744-4B01F86F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1EA1FC-69D7-B76D-8321-3E01B0E2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65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4EA79E-06C1-012F-54F9-6956DBC2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C7CA4E-366E-E5D6-E75D-1E290396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19AA9-DFA5-7028-442B-64CDE55DF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90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5A4AB-0CCC-15E2-FF2D-394A4745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476C7-CDD3-2BE2-12E2-E35166091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AE7F86-DCE7-458B-3475-D2C732A73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2EDD6E-8D59-65B2-C32C-04A89453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402F5E-5942-6442-CF44-3B6A7C30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369F9-828A-F056-3D88-B5932194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71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F27B9-32E1-E13C-DB50-415019DB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609546-B3EC-3959-7347-9DAD8F3D4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74983D-5C73-7F26-9166-6B2AFCD56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BD044C-EF8C-00DC-A355-B642E09E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5D2E61-22C4-027F-3C3B-5E4F28E6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303ADD-9892-3070-BB4C-807D3A3F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7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4B0C1-1D80-415B-C309-C58A7735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BF870B-494A-F060-2859-56FE6D2C7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9EABC-2A72-AC8E-1268-119E655E1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E78D9C-E554-2661-82EB-35A4C7F5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03B921-00F0-F078-EB07-69B3A938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588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8F1D63-1E06-0590-4153-DB5845D28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577B65-AD91-CABB-B69A-4C9736620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8AD0F-F68F-7B51-3854-E0FF8A58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E602DE-C9BD-2B4E-EA56-17303E63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A40E0-00B5-F20D-4EB3-ABFE7AB8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436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656EAA-E343-2969-00BA-22131541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5D52AD-D544-3F85-F225-D0D18AFA7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6932D-9DCF-C1F5-71A8-AED5ABABC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B886D-9FCF-4CEA-A4F0-A5EAC8A20B72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FBFBA-5206-97CC-9ED6-313D3E019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961609-1AA5-D399-0377-91946AF91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B1FB5-D25C-4003-891F-65DF6EE101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18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5.wdp"/><Relationship Id="rId3" Type="http://schemas.openxmlformats.org/officeDocument/2006/relationships/image" Target="../media/image8.jpe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2" Type="http://schemas.openxmlformats.org/officeDocument/2006/relationships/image" Target="../media/image7.jpeg"/><Relationship Id="rId16" Type="http://schemas.microsoft.com/office/2007/relationships/hdphoto" Target="../media/hdphoto6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microsoft.com/office/2007/relationships/hdphoto" Target="../media/hdphoto4.wdp"/><Relationship Id="rId5" Type="http://schemas.microsoft.com/office/2007/relationships/hdphoto" Target="../media/hdphoto2.wdp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60439" y="2601041"/>
            <a:ext cx="110711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Your </a:t>
            </a:r>
          </a:p>
          <a:p>
            <a:pPr lvl="0">
              <a:defRPr/>
            </a:pPr>
            <a:r>
              <a:rPr lang="en-US" altLang="ko-KR" sz="1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Travel</a:t>
            </a:r>
            <a:r>
              <a:rPr lang="ko-KR" altLang="en-US" sz="12000" dirty="0">
                <a:solidFill>
                  <a:schemeClr val="bg1"/>
                </a:solidFill>
                <a:latin typeface="Segoe UI Black" panose="020B0A02040204020203" pitchFamily="34" charset="0"/>
                <a:ea typeface="Noto Serif KR Black" panose="02020200000000000000" pitchFamily="18" charset="-127"/>
              </a:rPr>
              <a:t>  </a:t>
            </a:r>
            <a:r>
              <a:rPr lang="en-US" altLang="ko-KR" sz="12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9200" y="226742"/>
            <a:ext cx="2990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ko-KR" sz="16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Ebrima"/>
              </a:rPr>
              <a:t>Project Duration</a:t>
            </a:r>
          </a:p>
          <a:p>
            <a:pPr lvl="0">
              <a:defRPr/>
            </a:pPr>
            <a:r>
              <a:rPr lang="ko-KR" altLang="en-US" sz="1600" dirty="0">
                <a:solidFill>
                  <a:schemeClr val="bg1"/>
                </a:solidFill>
                <a:latin typeface="Ebrima"/>
                <a:ea typeface="Ebrima"/>
                <a:cs typeface="Ebrima"/>
              </a:rPr>
              <a:t>      </a:t>
            </a:r>
            <a:r>
              <a:rPr lang="en-US" altLang="ko-KR" sz="1600" dirty="0">
                <a:solidFill>
                  <a:schemeClr val="bg1"/>
                </a:solidFill>
                <a:latin typeface="Ebrima"/>
                <a:ea typeface="Ebrima"/>
                <a:cs typeface="Ebrima"/>
              </a:rPr>
              <a:t>Dec 4, 2025 – Jan 19,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4018" y="742561"/>
            <a:ext cx="87706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여행로그 </a:t>
            </a:r>
            <a:r>
              <a:rPr lang="en-US" altLang="ko-KR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– </a:t>
            </a:r>
            <a:r>
              <a:rPr lang="ko-KR" altLang="en-US" sz="1600" dirty="0" err="1">
                <a:solidFill>
                  <a:schemeClr val="bg1"/>
                </a:solidFill>
                <a:latin typeface="한컴 윤고딕 720"/>
                <a:ea typeface="한컴 윤고딕 720"/>
              </a:rPr>
              <a:t>성득명</a:t>
            </a:r>
            <a:r>
              <a:rPr lang="ko-KR" altLang="en-US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 이윤서 </a:t>
            </a:r>
            <a:r>
              <a:rPr lang="ko-KR" altLang="en-US" sz="1600" dirty="0" err="1">
                <a:solidFill>
                  <a:schemeClr val="bg1"/>
                </a:solidFill>
                <a:latin typeface="한컴 윤고딕 720"/>
                <a:ea typeface="한컴 윤고딕 720"/>
              </a:rPr>
              <a:t>류주현</a:t>
            </a:r>
            <a:r>
              <a:rPr lang="ko-KR" altLang="en-US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 전민경 진성희</a:t>
            </a:r>
            <a:endParaRPr lang="ko-KR" altLang="en-US" sz="1600" dirty="0">
              <a:solidFill>
                <a:schemeClr val="bg1"/>
              </a:solidFill>
              <a:latin typeface="한컴 윤고딕 7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803671" y="2547937"/>
            <a:ext cx="914400" cy="914400"/>
          </a:xfrm>
          <a:prstGeom prst="rect">
            <a:avLst/>
          </a:prstGeom>
        </p:spPr>
        <p:txBody>
          <a:bodyPr wrap="none"/>
          <a:lstStyle/>
          <a:p>
            <a:pPr>
              <a:defRPr/>
            </a:pPr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7E0B30-7AA5-9BD5-0873-E1162124A08A}"/>
              </a:ext>
            </a:extLst>
          </p:cNvPr>
          <p:cNvSpPr>
            <a:spLocks/>
          </p:cNvSpPr>
          <p:nvPr/>
        </p:nvSpPr>
        <p:spPr>
          <a:xfrm>
            <a:off x="0" y="2280213"/>
            <a:ext cx="12192000" cy="1782501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58225C44-0024-B159-F189-4751B049BF08}"/>
              </a:ext>
            </a:extLst>
          </p:cNvPr>
          <p:cNvSpPr>
            <a:spLocks/>
          </p:cNvSpPr>
          <p:nvPr/>
        </p:nvSpPr>
        <p:spPr>
          <a:xfrm>
            <a:off x="5106236" y="697230"/>
            <a:ext cx="1979528" cy="461009"/>
          </a:xfrm>
          <a:prstGeom prst="roundRect">
            <a:avLst>
              <a:gd name="adj" fmla="val 50000"/>
            </a:avLst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81E5A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EDF5ACC-D3EF-E7F5-7A4B-DE32DC5A0EA1}"/>
              </a:ext>
            </a:extLst>
          </p:cNvPr>
          <p:cNvSpPr txBox="1">
            <a:spLocks/>
          </p:cNvSpPr>
          <p:nvPr/>
        </p:nvSpPr>
        <p:spPr>
          <a:xfrm>
            <a:off x="5740980" y="741903"/>
            <a:ext cx="649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</a:p>
        </p:txBody>
      </p:sp>
      <p:sp>
        <p:nvSpPr>
          <p:cNvPr id="84" name="화살표: 갈매기형 수장 83">
            <a:extLst>
              <a:ext uri="{FF2B5EF4-FFF2-40B4-BE49-F238E27FC236}">
                <a16:creationId xmlns:a16="http://schemas.microsoft.com/office/drawing/2014/main" id="{88712BDF-488E-5A27-28AB-2C9406CEA86A}"/>
              </a:ext>
            </a:extLst>
          </p:cNvPr>
          <p:cNvSpPr/>
          <p:nvPr/>
        </p:nvSpPr>
        <p:spPr>
          <a:xfrm>
            <a:off x="2983700" y="2997563"/>
            <a:ext cx="145289" cy="366141"/>
          </a:xfrm>
          <a:prstGeom prst="chevron">
            <a:avLst>
              <a:gd name="adj" fmla="val 100000"/>
            </a:avLst>
          </a:prstGeom>
          <a:solidFill>
            <a:srgbClr val="E9E6E1"/>
          </a:solidFill>
          <a:ln w="3175">
            <a:solidFill>
              <a:srgbClr val="E9E6E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9E6E1"/>
              </a:solidFill>
            </a:endParaRPr>
          </a:p>
        </p:txBody>
      </p:sp>
      <p:sp>
        <p:nvSpPr>
          <p:cNvPr id="85" name="화살표: 갈매기형 수장 84">
            <a:extLst>
              <a:ext uri="{FF2B5EF4-FFF2-40B4-BE49-F238E27FC236}">
                <a16:creationId xmlns:a16="http://schemas.microsoft.com/office/drawing/2014/main" id="{EDBA202B-3A18-8D0A-4C8D-C787AEF619CC}"/>
              </a:ext>
            </a:extLst>
          </p:cNvPr>
          <p:cNvSpPr/>
          <p:nvPr/>
        </p:nvSpPr>
        <p:spPr>
          <a:xfrm>
            <a:off x="6007761" y="3043863"/>
            <a:ext cx="145289" cy="366141"/>
          </a:xfrm>
          <a:prstGeom prst="chevron">
            <a:avLst>
              <a:gd name="adj" fmla="val 100000"/>
            </a:avLst>
          </a:prstGeom>
          <a:solidFill>
            <a:srgbClr val="E9E6E1"/>
          </a:solidFill>
          <a:ln w="3175">
            <a:solidFill>
              <a:srgbClr val="E9E6E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9E6E1"/>
              </a:solidFill>
            </a:endParaRPr>
          </a:p>
        </p:txBody>
      </p:sp>
      <p:sp>
        <p:nvSpPr>
          <p:cNvPr id="86" name="화살표: 갈매기형 수장 85">
            <a:extLst>
              <a:ext uri="{FF2B5EF4-FFF2-40B4-BE49-F238E27FC236}">
                <a16:creationId xmlns:a16="http://schemas.microsoft.com/office/drawing/2014/main" id="{11F095F6-5282-F5F7-1866-30C14F03E851}"/>
              </a:ext>
            </a:extLst>
          </p:cNvPr>
          <p:cNvSpPr/>
          <p:nvPr/>
        </p:nvSpPr>
        <p:spPr>
          <a:xfrm>
            <a:off x="9111749" y="3016313"/>
            <a:ext cx="145289" cy="366141"/>
          </a:xfrm>
          <a:prstGeom prst="chevron">
            <a:avLst>
              <a:gd name="adj" fmla="val 100000"/>
            </a:avLst>
          </a:prstGeom>
          <a:solidFill>
            <a:srgbClr val="E9E6E1"/>
          </a:solidFill>
          <a:ln w="3175">
            <a:solidFill>
              <a:srgbClr val="E9E6E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E9E6E1"/>
              </a:solidFill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C722381-90D5-3F3E-D43D-2538148F4F2F}"/>
              </a:ext>
            </a:extLst>
          </p:cNvPr>
          <p:cNvCxnSpPr>
            <a:cxnSpLocks/>
          </p:cNvCxnSpPr>
          <p:nvPr/>
        </p:nvCxnSpPr>
        <p:spPr>
          <a:xfrm>
            <a:off x="539381" y="3096194"/>
            <a:ext cx="1967696" cy="0"/>
          </a:xfrm>
          <a:prstGeom prst="line">
            <a:avLst/>
          </a:prstGeom>
          <a:ln w="3175">
            <a:solidFill>
              <a:srgbClr val="CB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D9112AE9-D92F-9CCB-D2BF-D16E5213096D}"/>
              </a:ext>
            </a:extLst>
          </p:cNvPr>
          <p:cNvCxnSpPr>
            <a:cxnSpLocks/>
          </p:cNvCxnSpPr>
          <p:nvPr/>
        </p:nvCxnSpPr>
        <p:spPr>
          <a:xfrm>
            <a:off x="3543783" y="3096194"/>
            <a:ext cx="1967696" cy="0"/>
          </a:xfrm>
          <a:prstGeom prst="line">
            <a:avLst/>
          </a:prstGeom>
          <a:ln w="3175">
            <a:solidFill>
              <a:srgbClr val="CB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5265C5D-ADA3-3CA3-6585-FA64716367C2}"/>
              </a:ext>
            </a:extLst>
          </p:cNvPr>
          <p:cNvCxnSpPr>
            <a:cxnSpLocks/>
          </p:cNvCxnSpPr>
          <p:nvPr/>
        </p:nvCxnSpPr>
        <p:spPr>
          <a:xfrm>
            <a:off x="6577555" y="3096194"/>
            <a:ext cx="1967696" cy="0"/>
          </a:xfrm>
          <a:prstGeom prst="line">
            <a:avLst/>
          </a:prstGeom>
          <a:ln w="3175">
            <a:solidFill>
              <a:srgbClr val="CB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AC3747A-410E-1D9A-D4BC-5751575E3C57}"/>
              </a:ext>
            </a:extLst>
          </p:cNvPr>
          <p:cNvCxnSpPr>
            <a:cxnSpLocks/>
          </p:cNvCxnSpPr>
          <p:nvPr/>
        </p:nvCxnSpPr>
        <p:spPr>
          <a:xfrm>
            <a:off x="9727155" y="3096194"/>
            <a:ext cx="1967696" cy="0"/>
          </a:xfrm>
          <a:prstGeom prst="line">
            <a:avLst/>
          </a:prstGeom>
          <a:ln w="3175">
            <a:solidFill>
              <a:srgbClr val="CB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8C225C4-E837-89ED-DCA8-24F89F95D36E}"/>
              </a:ext>
            </a:extLst>
          </p:cNvPr>
          <p:cNvSpPr txBox="1"/>
          <p:nvPr/>
        </p:nvSpPr>
        <p:spPr>
          <a:xfrm>
            <a:off x="914400" y="2726862"/>
            <a:ext cx="164592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STEP</a:t>
            </a:r>
            <a:r>
              <a:rPr lang="ko-KR" altLang="en-US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01</a:t>
            </a:r>
            <a:endParaRPr lang="ko-KR" altLang="en-US" dirty="0">
              <a:solidFill>
                <a:schemeClr val="bg1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74FD10E-374C-7A7A-0647-1160271E40B5}"/>
              </a:ext>
            </a:extLst>
          </p:cNvPr>
          <p:cNvSpPr txBox="1"/>
          <p:nvPr/>
        </p:nvSpPr>
        <p:spPr>
          <a:xfrm>
            <a:off x="3950892" y="2726862"/>
            <a:ext cx="6558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STEP</a:t>
            </a:r>
            <a:r>
              <a:rPr lang="ko-KR" altLang="en-US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02</a:t>
            </a:r>
            <a:endParaRPr lang="ko-KR" altLang="en-US" dirty="0">
              <a:solidFill>
                <a:schemeClr val="bg1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D8BD345-498F-B1C6-39CC-F705782B76D5}"/>
              </a:ext>
            </a:extLst>
          </p:cNvPr>
          <p:cNvSpPr txBox="1"/>
          <p:nvPr/>
        </p:nvSpPr>
        <p:spPr>
          <a:xfrm>
            <a:off x="7007860" y="2726861"/>
            <a:ext cx="6558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E9E6E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STEP</a:t>
            </a:r>
            <a:r>
              <a:rPr lang="ko-KR" altLang="en-US" dirty="0">
                <a:solidFill>
                  <a:srgbClr val="E9E6E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dirty="0">
                <a:solidFill>
                  <a:srgbClr val="E9E6E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03</a:t>
            </a:r>
            <a:endParaRPr lang="ko-KR" altLang="en-US" dirty="0">
              <a:solidFill>
                <a:srgbClr val="E9E6E1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8094FDA-33BD-0E08-8391-1775E0582985}"/>
              </a:ext>
            </a:extLst>
          </p:cNvPr>
          <p:cNvSpPr txBox="1"/>
          <p:nvPr/>
        </p:nvSpPr>
        <p:spPr>
          <a:xfrm>
            <a:off x="10165014" y="2723141"/>
            <a:ext cx="718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STEP</a:t>
            </a:r>
            <a:r>
              <a:rPr lang="ko-KR" altLang="en-US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04</a:t>
            </a:r>
            <a:endParaRPr lang="ko-KR" altLang="en-US" dirty="0">
              <a:solidFill>
                <a:schemeClr val="bg1"/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9AED8BB-4174-76BF-2147-B2C87A6CA5C8}"/>
              </a:ext>
            </a:extLst>
          </p:cNvPr>
          <p:cNvSpPr txBox="1"/>
          <p:nvPr/>
        </p:nvSpPr>
        <p:spPr>
          <a:xfrm>
            <a:off x="5693359" y="1248484"/>
            <a:ext cx="2558005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목차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B4F415-BE9F-C957-BC5A-D01125B232B6}"/>
              </a:ext>
            </a:extLst>
          </p:cNvPr>
          <p:cNvSpPr txBox="1"/>
          <p:nvPr/>
        </p:nvSpPr>
        <p:spPr>
          <a:xfrm>
            <a:off x="758348" y="3269182"/>
            <a:ext cx="1368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프로젝트 개요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C93170-D762-7570-1602-70819747D36D}"/>
              </a:ext>
            </a:extLst>
          </p:cNvPr>
          <p:cNvSpPr txBox="1"/>
          <p:nvPr/>
        </p:nvSpPr>
        <p:spPr>
          <a:xfrm>
            <a:off x="3440830" y="3269182"/>
            <a:ext cx="23443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기획 과정 및 서비스 구조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2D7761-37D6-7E63-3AF4-00A1E32E78ED}"/>
              </a:ext>
            </a:extLst>
          </p:cNvPr>
          <p:cNvSpPr txBox="1"/>
          <p:nvPr/>
        </p:nvSpPr>
        <p:spPr>
          <a:xfrm>
            <a:off x="6573244" y="3269182"/>
            <a:ext cx="2188459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개발 환경 및 주요 기능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D9C4E53-5D86-35C1-0D0E-BECAAA3D5580}"/>
              </a:ext>
            </a:extLst>
          </p:cNvPr>
          <p:cNvSpPr txBox="1"/>
          <p:nvPr/>
        </p:nvSpPr>
        <p:spPr>
          <a:xfrm>
            <a:off x="10297428" y="3269183"/>
            <a:ext cx="949692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팀 소개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CED56C5-8DB0-66B7-7650-6E0ECABFD922}"/>
              </a:ext>
            </a:extLst>
          </p:cNvPr>
          <p:cNvSpPr txBox="1"/>
          <p:nvPr/>
        </p:nvSpPr>
        <p:spPr>
          <a:xfrm>
            <a:off x="1387" y="7605189"/>
            <a:ext cx="2933504" cy="10752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국내 여행을 계획하는 사용자들이 편리하게 접근하여 여행지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액티비티 및 축제 관련 </a:t>
            </a:r>
            <a:b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정보를 종합적으로 제공받을 수 있는</a:t>
            </a:r>
            <a:b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홈페이지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CED56C5-8DB0-66B7-7650-6E0ECABFD922}"/>
              </a:ext>
            </a:extLst>
          </p:cNvPr>
          <p:cNvSpPr txBox="1"/>
          <p:nvPr/>
        </p:nvSpPr>
        <p:spPr>
          <a:xfrm>
            <a:off x="2934891" y="7609862"/>
            <a:ext cx="3218159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 err="1"/>
              <a:t>백엔드</a:t>
            </a:r>
            <a:r>
              <a:rPr lang="ko-KR" altLang="en-US" sz="1100" dirty="0"/>
              <a:t> 서버는 </a:t>
            </a:r>
            <a:r>
              <a:rPr lang="en-US" altLang="ko-KR" sz="1100" dirty="0"/>
              <a:t>Flask </a:t>
            </a:r>
            <a:r>
              <a:rPr lang="ko-KR" altLang="en-US" sz="1100" dirty="0"/>
              <a:t>프레임워크를 기반으로 구현되었으며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프론트엔드</a:t>
            </a:r>
            <a:r>
              <a:rPr lang="ko-KR" altLang="en-US" sz="1100" dirty="0"/>
              <a:t> </a:t>
            </a:r>
            <a:r>
              <a:rPr lang="en-US" altLang="ko-KR" sz="1100" dirty="0"/>
              <a:t>React </a:t>
            </a:r>
            <a:r>
              <a:rPr lang="ko-KR" altLang="en-US" sz="1100" dirty="0"/>
              <a:t>애플리케이션과 </a:t>
            </a:r>
            <a:r>
              <a:rPr lang="en-US" altLang="ko-KR" sz="1100" dirty="0"/>
              <a:t>API </a:t>
            </a:r>
            <a:r>
              <a:rPr lang="ko-KR" altLang="en-US" sz="1100" dirty="0"/>
              <a:t>통신을 통해 데이터 연동을 수행한다</a:t>
            </a:r>
            <a:r>
              <a:rPr lang="en-US" altLang="ko-KR" sz="1100" dirty="0"/>
              <a:t>.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ko-KR" alt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CF16026-0820-5291-D915-DF262D165304}"/>
              </a:ext>
            </a:extLst>
          </p:cNvPr>
          <p:cNvSpPr txBox="1"/>
          <p:nvPr/>
        </p:nvSpPr>
        <p:spPr>
          <a:xfrm>
            <a:off x="6197963" y="7347575"/>
            <a:ext cx="3218159" cy="107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  <a:t>.</a:t>
            </a:r>
            <a:b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ko-KR" sz="1100" b="1" dirty="0">
                <a:solidFill>
                  <a:schemeClr val="bg2">
                    <a:lumMod val="25000"/>
                  </a:schemeClr>
                </a:solidFill>
              </a:rPr>
              <a:t>JavaScript</a:t>
            </a: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를 사용해 동적인 요소와 인터랙션을</a:t>
            </a:r>
            <a: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  <a:t>.</a:t>
            </a:r>
            <a:b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추가</a:t>
            </a:r>
            <a: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여행지 </a:t>
            </a:r>
            <a:r>
              <a:rPr lang="ko-KR" altLang="en-US" sz="1100" dirty="0">
                <a:solidFill>
                  <a:srgbClr val="081E5A"/>
                </a:solidFill>
              </a:rPr>
              <a:t>추천과</a:t>
            </a: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 함께 간단한 질문이 가능한 </a:t>
            </a:r>
            <a:r>
              <a:rPr lang="ko-KR" altLang="en-US" sz="1100" b="1" dirty="0" err="1">
                <a:solidFill>
                  <a:schemeClr val="bg2">
                    <a:lumMod val="25000"/>
                  </a:schemeClr>
                </a:solidFill>
              </a:rPr>
              <a:t>챗봇</a:t>
            </a:r>
            <a:r>
              <a:rPr lang="ko-KR" altLang="en-US" sz="1100" b="1" dirty="0">
                <a:solidFill>
                  <a:schemeClr val="bg2">
                    <a:lumMod val="25000"/>
                  </a:schemeClr>
                </a:solidFill>
              </a:rPr>
              <a:t> 기능</a:t>
            </a: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을 제공한다</a:t>
            </a:r>
            <a: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ko-KR" alt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5BA0D94-9BEC-EB4A-1D13-2947C35DF30B}"/>
              </a:ext>
            </a:extLst>
          </p:cNvPr>
          <p:cNvSpPr txBox="1"/>
          <p:nvPr/>
        </p:nvSpPr>
        <p:spPr>
          <a:xfrm>
            <a:off x="9585689" y="7601490"/>
            <a:ext cx="2275672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의견을 공유하며 부족한 부분을</a:t>
            </a:r>
            <a: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  <a:t>.</a:t>
            </a:r>
            <a:b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ko-KR" altLang="en-US" sz="1100" dirty="0">
                <a:solidFill>
                  <a:srgbClr val="081E5A"/>
                </a:solidFill>
              </a:rPr>
              <a:t>보완해</a:t>
            </a: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 나갔다 그 결과 </a:t>
            </a:r>
            <a:r>
              <a:rPr lang="ko-KR" altLang="en-US" sz="1100" b="1" dirty="0">
                <a:solidFill>
                  <a:schemeClr val="bg2">
                    <a:lumMod val="25000"/>
                  </a:schemeClr>
                </a:solidFill>
              </a:rPr>
              <a:t>여행로그</a:t>
            </a:r>
            <a:r>
              <a:rPr lang="ko-KR" altLang="en-US" sz="1100" dirty="0">
                <a:solidFill>
                  <a:schemeClr val="bg2">
                    <a:lumMod val="25000"/>
                  </a:schemeClr>
                </a:solidFill>
              </a:rPr>
              <a:t> 웹사이트를 완성할 수 있었다</a:t>
            </a:r>
            <a:r>
              <a:rPr lang="en-US" altLang="ko-KR" sz="11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ko-KR" alt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DABE8-35E5-2E10-DD49-CE56E0D42BE2}"/>
              </a:ext>
            </a:extLst>
          </p:cNvPr>
          <p:cNvSpPr txBox="1"/>
          <p:nvPr/>
        </p:nvSpPr>
        <p:spPr>
          <a:xfrm>
            <a:off x="147143" y="6351640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rgbClr val="081E5A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23B47AC-96AB-7ED3-7E6D-4FACC47B66D4}"/>
              </a:ext>
            </a:extLst>
          </p:cNvPr>
          <p:cNvSpPr txBox="1"/>
          <p:nvPr/>
        </p:nvSpPr>
        <p:spPr>
          <a:xfrm>
            <a:off x="3764747" y="1002364"/>
            <a:ext cx="5946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dirty="0">
                <a:solidFill>
                  <a:srgbClr val="081E5A"/>
                </a:solidFill>
                <a:latin typeface="Segoe UI Black" panose="020B0A02040204020203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C86E72-2B22-4D9C-A388-1813A4852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1"/>
                    </a14:imgEffect>
                    <a14:imgEffect>
                      <a14:saturation sat="7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1097" y="47005"/>
            <a:ext cx="5880903" cy="75536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1202DE-E09A-13CC-3A98-08767F735D90}"/>
              </a:ext>
            </a:extLst>
          </p:cNvPr>
          <p:cNvSpPr txBox="1"/>
          <p:nvPr/>
        </p:nvSpPr>
        <p:spPr>
          <a:xfrm>
            <a:off x="481393" y="2017458"/>
            <a:ext cx="5264087" cy="26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기획배경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국내 여행 정보가 여러 플랫폼에 분산되어 있어 사용자들이</a:t>
            </a:r>
            <a:b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한번에 정보를 얻기 어려움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한여행지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축제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액티비티 정보를 통합 제공하는 서비스의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 필요성 인식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 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기획 목표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여행 정보를 한눈에 확인할 수 있는 통합 플랫폼 구축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E6CF9-777D-BE4C-B8FA-3A8ADB309E34}"/>
              </a:ext>
            </a:extLst>
          </p:cNvPr>
          <p:cNvSpPr txBox="1"/>
          <p:nvPr/>
        </p:nvSpPr>
        <p:spPr>
          <a:xfrm>
            <a:off x="290622" y="6085487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698A1-6DC2-888A-67C8-C465538D56A3}"/>
              </a:ext>
            </a:extLst>
          </p:cNvPr>
          <p:cNvSpPr txBox="1"/>
          <p:nvPr/>
        </p:nvSpPr>
        <p:spPr>
          <a:xfrm>
            <a:off x="290622" y="6420890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826B187-AF08-B4E4-CB44-D884E5AEEF07}"/>
              </a:ext>
            </a:extLst>
          </p:cNvPr>
          <p:cNvCxnSpPr/>
          <p:nvPr/>
        </p:nvCxnSpPr>
        <p:spPr>
          <a:xfrm>
            <a:off x="481393" y="1682055"/>
            <a:ext cx="48068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6BBBD9-D88B-79FA-6CE4-804282E227E1}"/>
              </a:ext>
            </a:extLst>
          </p:cNvPr>
          <p:cNvSpPr txBox="1"/>
          <p:nvPr/>
        </p:nvSpPr>
        <p:spPr>
          <a:xfrm>
            <a:off x="551379" y="911838"/>
            <a:ext cx="2333457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 Log</a:t>
            </a:r>
            <a:endParaRPr lang="ko-KR" altLang="en-US" sz="2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3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23B47AC-96AB-7ED3-7E6D-4FACC47B66D4}"/>
              </a:ext>
            </a:extLst>
          </p:cNvPr>
          <p:cNvSpPr txBox="1"/>
          <p:nvPr/>
        </p:nvSpPr>
        <p:spPr>
          <a:xfrm>
            <a:off x="3764747" y="1002364"/>
            <a:ext cx="5946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dirty="0">
                <a:solidFill>
                  <a:srgbClr val="081E5A"/>
                </a:solidFill>
                <a:latin typeface="Segoe UI Black" panose="020B0A02040204020203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C86E72-2B22-4D9C-A388-1813A4852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1"/>
                    </a14:imgEffect>
                    <a14:imgEffect>
                      <a14:saturation sat="7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1097" y="47005"/>
            <a:ext cx="5880903" cy="75536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1202DE-E09A-13CC-3A98-08767F735D90}"/>
              </a:ext>
            </a:extLst>
          </p:cNvPr>
          <p:cNvSpPr txBox="1"/>
          <p:nvPr/>
        </p:nvSpPr>
        <p:spPr>
          <a:xfrm>
            <a:off x="481393" y="2017458"/>
            <a:ext cx="5264087" cy="360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서비스 구조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</a:rPr>
              <a:t>프론트엔드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(React):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사용자 인터페이스 및 화면구성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</a:rPr>
              <a:t>백엔드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(Flask): API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제공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데이터 처리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DB(SQLite):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여행지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리뷰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사용자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좋아요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등 관리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AI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</a:rPr>
              <a:t>챗봇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여행 정보 검색 및 질의응답 지원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사용자 흐름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회원가입 및 로그인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리뷰 및 평점 확인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위시리스트 및 좋아요 저장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  - </a:t>
            </a:r>
            <a:r>
              <a:rPr lang="ko-KR" altLang="en-US" sz="1400" dirty="0" err="1">
                <a:solidFill>
                  <a:schemeClr val="bg1">
                    <a:lumMod val="95000"/>
                  </a:schemeClr>
                </a:solidFill>
              </a:rPr>
              <a:t>챗봇을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 통한 여행 정보 상담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E6CF9-777D-BE4C-B8FA-3A8ADB309E34}"/>
              </a:ext>
            </a:extLst>
          </p:cNvPr>
          <p:cNvSpPr txBox="1"/>
          <p:nvPr/>
        </p:nvSpPr>
        <p:spPr>
          <a:xfrm>
            <a:off x="290622" y="6085487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698A1-6DC2-888A-67C8-C465538D56A3}"/>
              </a:ext>
            </a:extLst>
          </p:cNvPr>
          <p:cNvSpPr txBox="1"/>
          <p:nvPr/>
        </p:nvSpPr>
        <p:spPr>
          <a:xfrm>
            <a:off x="290622" y="6420890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826B187-AF08-B4E4-CB44-D884E5AEEF07}"/>
              </a:ext>
            </a:extLst>
          </p:cNvPr>
          <p:cNvCxnSpPr/>
          <p:nvPr/>
        </p:nvCxnSpPr>
        <p:spPr>
          <a:xfrm>
            <a:off x="481393" y="1682055"/>
            <a:ext cx="48068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6BBBD9-D88B-79FA-6CE4-804282E227E1}"/>
              </a:ext>
            </a:extLst>
          </p:cNvPr>
          <p:cNvSpPr txBox="1"/>
          <p:nvPr/>
        </p:nvSpPr>
        <p:spPr>
          <a:xfrm>
            <a:off x="551379" y="911838"/>
            <a:ext cx="2333457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 Log</a:t>
            </a:r>
            <a:endParaRPr lang="ko-KR" altLang="en-US" sz="2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40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1AB73F90-4FDA-9CE8-8A15-C0CCC7C16B9C}"/>
              </a:ext>
            </a:extLst>
          </p:cNvPr>
          <p:cNvSpPr txBox="1"/>
          <p:nvPr/>
        </p:nvSpPr>
        <p:spPr>
          <a:xfrm>
            <a:off x="6274678" y="2666069"/>
            <a:ext cx="5796022" cy="46166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endParaRPr lang="ko-KR" altLang="en-US" sz="2400" dirty="0">
              <a:solidFill>
                <a:srgbClr val="00206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1" name="그림 40" descr="폰트, 스크린샷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0DEA66-90E7-A58B-3B23-2DD465631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4" y="439949"/>
            <a:ext cx="5925826" cy="96388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274E3EE-C430-ADFB-D7BA-083C31CB80A4}"/>
              </a:ext>
            </a:extLst>
          </p:cNvPr>
          <p:cNvSpPr txBox="1"/>
          <p:nvPr/>
        </p:nvSpPr>
        <p:spPr>
          <a:xfrm>
            <a:off x="-109639" y="4997991"/>
            <a:ext cx="2080188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81E5A"/>
                </a:solidFill>
                <a:latin typeface="Aptos Black" panose="020B0004020202020204" pitchFamily="34" charset="0"/>
              </a:rPr>
              <a:t>서비스 콘셉트 정의 및 사용자 중심 </a:t>
            </a:r>
            <a:r>
              <a:rPr lang="en-US" altLang="ko-KR" sz="1400" dirty="0">
                <a:solidFill>
                  <a:srgbClr val="081E5A"/>
                </a:solidFill>
                <a:latin typeface="Aptos Black" panose="020B0004020202020204" pitchFamily="34" charset="0"/>
              </a:rPr>
              <a:t>UI/UX </a:t>
            </a:r>
            <a:r>
              <a:rPr lang="ko-KR" altLang="en-US" sz="1400" dirty="0">
                <a:solidFill>
                  <a:srgbClr val="081E5A"/>
                </a:solidFill>
                <a:latin typeface="Aptos Black" panose="020B0004020202020204" pitchFamily="34" charset="0"/>
              </a:rPr>
              <a:t>설계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0C9B4F-2775-A872-838F-C87A2E74FC75}"/>
              </a:ext>
            </a:extLst>
          </p:cNvPr>
          <p:cNvSpPr txBox="1"/>
          <p:nvPr/>
        </p:nvSpPr>
        <p:spPr>
          <a:xfrm>
            <a:off x="3658692" y="4655649"/>
            <a:ext cx="1089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tx2"/>
                </a:solidFill>
                <a:latin typeface="맑은 고딕 (본문)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자료조사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96243A-FE91-3C77-9269-C4EFF584C8F6}"/>
              </a:ext>
            </a:extLst>
          </p:cNvPr>
          <p:cNvSpPr txBox="1"/>
          <p:nvPr/>
        </p:nvSpPr>
        <p:spPr>
          <a:xfrm>
            <a:off x="3408014" y="280962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0109AB-015E-86DB-8C53-30D54C739D88}"/>
              </a:ext>
            </a:extLst>
          </p:cNvPr>
          <p:cNvSpPr txBox="1"/>
          <p:nvPr/>
        </p:nvSpPr>
        <p:spPr>
          <a:xfrm>
            <a:off x="6757465" y="4665514"/>
            <a:ext cx="162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81E5A"/>
                </a:solidFill>
              </a:rPr>
              <a:t>설계 및 개발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F7D45-D510-0F2E-5E1B-C1C73EF426AC}"/>
              </a:ext>
            </a:extLst>
          </p:cNvPr>
          <p:cNvSpPr txBox="1"/>
          <p:nvPr/>
        </p:nvSpPr>
        <p:spPr>
          <a:xfrm>
            <a:off x="168479" y="4662588"/>
            <a:ext cx="1567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81E5A"/>
                </a:solidFill>
              </a:rPr>
              <a:t>기획</a:t>
            </a:r>
            <a:r>
              <a:rPr lang="en-US" altLang="ko-KR" b="1" dirty="0">
                <a:solidFill>
                  <a:srgbClr val="081E5A"/>
                </a:solidFill>
              </a:rPr>
              <a:t>, </a:t>
            </a:r>
            <a:r>
              <a:rPr lang="ko-KR" altLang="en-US" b="1" dirty="0">
                <a:solidFill>
                  <a:srgbClr val="081E5A"/>
                </a:solidFill>
              </a:rPr>
              <a:t>디자인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E22F7B-DE16-B817-04D7-43646A6FBA3D}"/>
              </a:ext>
            </a:extLst>
          </p:cNvPr>
          <p:cNvSpPr txBox="1"/>
          <p:nvPr/>
        </p:nvSpPr>
        <p:spPr>
          <a:xfrm>
            <a:off x="9735508" y="4655649"/>
            <a:ext cx="2118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81E5A"/>
                </a:solidFill>
              </a:rPr>
              <a:t>최종 확인 및 수정</a:t>
            </a:r>
            <a:endParaRPr lang="ko-KR" altLang="en-US" dirty="0">
              <a:solidFill>
                <a:srgbClr val="081E5A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EBD53D-7720-090E-C433-9C289C9F3D15}"/>
              </a:ext>
            </a:extLst>
          </p:cNvPr>
          <p:cNvSpPr txBox="1"/>
          <p:nvPr/>
        </p:nvSpPr>
        <p:spPr>
          <a:xfrm>
            <a:off x="319533" y="6048719"/>
            <a:ext cx="1922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A58906-0185-9379-5004-1569473A1FA8}"/>
              </a:ext>
            </a:extLst>
          </p:cNvPr>
          <p:cNvSpPr txBox="1"/>
          <p:nvPr/>
        </p:nvSpPr>
        <p:spPr>
          <a:xfrm>
            <a:off x="319533" y="6384122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10F6FAE2-7924-57DB-D0AC-BC89375C25A8}"/>
              </a:ext>
            </a:extLst>
          </p:cNvPr>
          <p:cNvCxnSpPr>
            <a:cxnSpLocks/>
          </p:cNvCxnSpPr>
          <p:nvPr/>
        </p:nvCxnSpPr>
        <p:spPr>
          <a:xfrm>
            <a:off x="319533" y="1196645"/>
            <a:ext cx="76227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화살표: 갈매기형 수장 96">
            <a:extLst>
              <a:ext uri="{FF2B5EF4-FFF2-40B4-BE49-F238E27FC236}">
                <a16:creationId xmlns:a16="http://schemas.microsoft.com/office/drawing/2014/main" id="{2E53C41A-1619-B10F-4303-C90CF6868112}"/>
              </a:ext>
            </a:extLst>
          </p:cNvPr>
          <p:cNvSpPr/>
          <p:nvPr/>
        </p:nvSpPr>
        <p:spPr>
          <a:xfrm>
            <a:off x="10127024" y="3448855"/>
            <a:ext cx="667663" cy="802761"/>
          </a:xfrm>
          <a:prstGeom prst="chevron">
            <a:avLst>
              <a:gd name="adj" fmla="val 881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CC6313E-4CAB-BC6A-2185-CC24329C2EEC}"/>
              </a:ext>
            </a:extLst>
          </p:cNvPr>
          <p:cNvSpPr/>
          <p:nvPr/>
        </p:nvSpPr>
        <p:spPr>
          <a:xfrm>
            <a:off x="10071945" y="3448855"/>
            <a:ext cx="2118358" cy="95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D47406A6-24B6-9C7B-2687-65F770842AEF}"/>
              </a:ext>
            </a:extLst>
          </p:cNvPr>
          <p:cNvSpPr/>
          <p:nvPr/>
        </p:nvSpPr>
        <p:spPr>
          <a:xfrm>
            <a:off x="0" y="2507544"/>
            <a:ext cx="11829329" cy="2005911"/>
          </a:xfrm>
          <a:custGeom>
            <a:avLst/>
            <a:gdLst>
              <a:gd name="csX0" fmla="*/ 0 w 11547494"/>
              <a:gd name="csY0" fmla="*/ 0 h 1777184"/>
              <a:gd name="csX1" fmla="*/ 10521387 w 11547494"/>
              <a:gd name="csY1" fmla="*/ 0 h 1777184"/>
              <a:gd name="csX2" fmla="*/ 10521387 w 11547494"/>
              <a:gd name="csY2" fmla="*/ 567 h 1777184"/>
              <a:gd name="csX3" fmla="*/ 10534178 w 11547494"/>
              <a:gd name="csY3" fmla="*/ 0 h 1777184"/>
              <a:gd name="csX4" fmla="*/ 11547494 w 11547494"/>
              <a:gd name="csY4" fmla="*/ 888592 h 1777184"/>
              <a:gd name="csX5" fmla="*/ 10534178 w 11547494"/>
              <a:gd name="csY5" fmla="*/ 1777184 h 1777184"/>
              <a:gd name="csX6" fmla="*/ 10521387 w 11547494"/>
              <a:gd name="csY6" fmla="*/ 1776618 h 1777184"/>
              <a:gd name="csX7" fmla="*/ 10521387 w 11547494"/>
              <a:gd name="csY7" fmla="*/ 1777184 h 1777184"/>
              <a:gd name="csX8" fmla="*/ 0 w 11547494"/>
              <a:gd name="csY8" fmla="*/ 1777184 h 1777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547494" h="1777184">
                <a:moveTo>
                  <a:pt x="0" y="0"/>
                </a:moveTo>
                <a:lnTo>
                  <a:pt x="10521387" y="0"/>
                </a:lnTo>
                <a:lnTo>
                  <a:pt x="10521387" y="567"/>
                </a:lnTo>
                <a:lnTo>
                  <a:pt x="10534178" y="0"/>
                </a:lnTo>
                <a:cubicBezTo>
                  <a:pt x="11093817" y="0"/>
                  <a:pt x="11547494" y="397836"/>
                  <a:pt x="11547494" y="888592"/>
                </a:cubicBezTo>
                <a:cubicBezTo>
                  <a:pt x="11547494" y="1379348"/>
                  <a:pt x="11093817" y="1777184"/>
                  <a:pt x="10534178" y="1777184"/>
                </a:cubicBezTo>
                <a:lnTo>
                  <a:pt x="10521387" y="1776618"/>
                </a:lnTo>
                <a:lnTo>
                  <a:pt x="10521387" y="1777184"/>
                </a:lnTo>
                <a:lnTo>
                  <a:pt x="0" y="1777184"/>
                </a:lnTo>
                <a:close/>
              </a:path>
            </a:pathLst>
          </a:cu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C1482186-5835-7181-71C2-980DCF674419}"/>
              </a:ext>
            </a:extLst>
          </p:cNvPr>
          <p:cNvSpPr/>
          <p:nvPr/>
        </p:nvSpPr>
        <p:spPr>
          <a:xfrm>
            <a:off x="168479" y="2646232"/>
            <a:ext cx="1797522" cy="169465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7FD20259-915B-3B77-15BD-5D760DCFC1DB}"/>
              </a:ext>
            </a:extLst>
          </p:cNvPr>
          <p:cNvSpPr/>
          <p:nvPr/>
        </p:nvSpPr>
        <p:spPr>
          <a:xfrm>
            <a:off x="3316979" y="2649738"/>
            <a:ext cx="1772624" cy="1694656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8740B86D-7281-4346-2224-16E2E589C992}"/>
              </a:ext>
            </a:extLst>
          </p:cNvPr>
          <p:cNvSpPr/>
          <p:nvPr/>
        </p:nvSpPr>
        <p:spPr>
          <a:xfrm>
            <a:off x="6612305" y="2649738"/>
            <a:ext cx="1772624" cy="1694656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816D0C49-6F75-2B01-8CA0-142F33657C40}"/>
              </a:ext>
            </a:extLst>
          </p:cNvPr>
          <p:cNvSpPr/>
          <p:nvPr/>
        </p:nvSpPr>
        <p:spPr>
          <a:xfrm>
            <a:off x="9912008" y="2649738"/>
            <a:ext cx="1772624" cy="1694656"/>
          </a:xfrm>
          <a:prstGeom prst="ellipse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" name="화살표: 갈매기형 수장 137">
            <a:extLst>
              <a:ext uri="{FF2B5EF4-FFF2-40B4-BE49-F238E27FC236}">
                <a16:creationId xmlns:a16="http://schemas.microsoft.com/office/drawing/2014/main" id="{4C6D6687-1A45-7581-C1F0-2CD64DE4C77A}"/>
              </a:ext>
            </a:extLst>
          </p:cNvPr>
          <p:cNvSpPr/>
          <p:nvPr/>
        </p:nvSpPr>
        <p:spPr>
          <a:xfrm>
            <a:off x="2582062" y="3327428"/>
            <a:ext cx="145289" cy="366141"/>
          </a:xfrm>
          <a:prstGeom prst="chevron">
            <a:avLst>
              <a:gd name="adj" fmla="val 100000"/>
            </a:avLst>
          </a:prstGeom>
          <a:solidFill>
            <a:srgbClr val="E9E6E1"/>
          </a:solidFill>
          <a:ln w="3175">
            <a:solidFill>
              <a:srgbClr val="E9E6E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9E6E1"/>
              </a:solidFill>
            </a:endParaRPr>
          </a:p>
        </p:txBody>
      </p:sp>
      <p:sp>
        <p:nvSpPr>
          <p:cNvPr id="139" name="화살표: 갈매기형 수장 138">
            <a:extLst>
              <a:ext uri="{FF2B5EF4-FFF2-40B4-BE49-F238E27FC236}">
                <a16:creationId xmlns:a16="http://schemas.microsoft.com/office/drawing/2014/main" id="{BB6A9CD2-0101-9792-3CC2-B076F53CEE17}"/>
              </a:ext>
            </a:extLst>
          </p:cNvPr>
          <p:cNvSpPr/>
          <p:nvPr/>
        </p:nvSpPr>
        <p:spPr>
          <a:xfrm>
            <a:off x="5866360" y="3338838"/>
            <a:ext cx="145289" cy="366141"/>
          </a:xfrm>
          <a:prstGeom prst="chevron">
            <a:avLst>
              <a:gd name="adj" fmla="val 100000"/>
            </a:avLst>
          </a:prstGeom>
          <a:solidFill>
            <a:srgbClr val="E9E6E1"/>
          </a:solidFill>
          <a:ln w="3175">
            <a:solidFill>
              <a:srgbClr val="E9E6E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9E6E1"/>
              </a:solidFill>
            </a:endParaRPr>
          </a:p>
        </p:txBody>
      </p:sp>
      <p:sp>
        <p:nvSpPr>
          <p:cNvPr id="140" name="화살표: 갈매기형 수장 139">
            <a:extLst>
              <a:ext uri="{FF2B5EF4-FFF2-40B4-BE49-F238E27FC236}">
                <a16:creationId xmlns:a16="http://schemas.microsoft.com/office/drawing/2014/main" id="{06292743-8023-2872-A51C-0B965CECE5FA}"/>
              </a:ext>
            </a:extLst>
          </p:cNvPr>
          <p:cNvSpPr/>
          <p:nvPr/>
        </p:nvSpPr>
        <p:spPr>
          <a:xfrm>
            <a:off x="9155793" y="3296993"/>
            <a:ext cx="145289" cy="366141"/>
          </a:xfrm>
          <a:prstGeom prst="chevron">
            <a:avLst>
              <a:gd name="adj" fmla="val 100000"/>
            </a:avLst>
          </a:prstGeom>
          <a:solidFill>
            <a:srgbClr val="E9E6E1"/>
          </a:solidFill>
          <a:ln w="3175">
            <a:solidFill>
              <a:srgbClr val="E9E6E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9E6E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1E47BF-2556-42EA-B0E4-AFB47FC930DB}"/>
              </a:ext>
            </a:extLst>
          </p:cNvPr>
          <p:cNvSpPr txBox="1"/>
          <p:nvPr/>
        </p:nvSpPr>
        <p:spPr>
          <a:xfrm>
            <a:off x="223179" y="1376990"/>
            <a:ext cx="7395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기획</a:t>
            </a:r>
            <a:r>
              <a:rPr lang="en-US" altLang="ko-KR" dirty="0"/>
              <a:t>, </a:t>
            </a:r>
            <a:r>
              <a:rPr lang="ko-KR" altLang="en-US" dirty="0"/>
              <a:t>분석</a:t>
            </a:r>
            <a:r>
              <a:rPr lang="en-US" altLang="ko-KR" dirty="0"/>
              <a:t>,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검증의 전 과정을 단계적으로 수행하여</a:t>
            </a:r>
            <a:br>
              <a:rPr lang="ko-KR" altLang="en-US" dirty="0"/>
            </a:br>
            <a:r>
              <a:rPr lang="ko-KR" altLang="en-US" dirty="0"/>
              <a:t>안정적이고 확장 가능한 여행 정보 서비스를 구축</a:t>
            </a:r>
            <a:endParaRPr lang="ko-KR" altLang="en-US" b="1" dirty="0">
              <a:solidFill>
                <a:srgbClr val="081E5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47DCAD-B534-4C4B-A02E-AB7472B65155}"/>
              </a:ext>
            </a:extLst>
          </p:cNvPr>
          <p:cNvSpPr txBox="1"/>
          <p:nvPr/>
        </p:nvSpPr>
        <p:spPr>
          <a:xfrm>
            <a:off x="3163196" y="5000710"/>
            <a:ext cx="2080188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81E5A"/>
                </a:solidFill>
                <a:latin typeface="Aptos Black" panose="020B0004020202020204" pitchFamily="34" charset="0"/>
              </a:rPr>
              <a:t>기존 여행 플랫폼 분석 및 기능 요구사항 도출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0A3FD4-63E3-440C-9134-CA2C2707F0BB}"/>
              </a:ext>
            </a:extLst>
          </p:cNvPr>
          <p:cNvSpPr txBox="1"/>
          <p:nvPr/>
        </p:nvSpPr>
        <p:spPr>
          <a:xfrm>
            <a:off x="6531103" y="4997991"/>
            <a:ext cx="2258936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81E5A"/>
                </a:solidFill>
                <a:latin typeface="Aptos Black" panose="020B0004020202020204" pitchFamily="34" charset="0"/>
              </a:rPr>
              <a:t>시스템 구조 설계 및 핵심 기능 구현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2A865D-7666-4EE2-AC13-FAC10FB33085}"/>
              </a:ext>
            </a:extLst>
          </p:cNvPr>
          <p:cNvSpPr txBox="1"/>
          <p:nvPr/>
        </p:nvSpPr>
        <p:spPr>
          <a:xfrm>
            <a:off x="9679692" y="5032616"/>
            <a:ext cx="2174174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81E5A"/>
                </a:solidFill>
                <a:latin typeface="Aptos Black" panose="020B0004020202020204" pitchFamily="34" charset="0"/>
              </a:rPr>
              <a:t>통합 테스트 수행 및 오류 수정</a:t>
            </a:r>
            <a:r>
              <a:rPr lang="en-US" altLang="ko-KR" sz="1400" dirty="0">
                <a:solidFill>
                  <a:srgbClr val="081E5A"/>
                </a:solidFill>
                <a:latin typeface="Aptos Black" panose="020B0004020202020204" pitchFamily="34" charset="0"/>
              </a:rPr>
              <a:t>, </a:t>
            </a:r>
            <a:r>
              <a:rPr lang="ko-KR" altLang="en-US" sz="1400" dirty="0">
                <a:solidFill>
                  <a:srgbClr val="081E5A"/>
                </a:solidFill>
                <a:latin typeface="Aptos Black" panose="020B0004020202020204" pitchFamily="34" charset="0"/>
              </a:rPr>
              <a:t>기능개선</a:t>
            </a:r>
          </a:p>
        </p:txBody>
      </p:sp>
    </p:spTree>
    <p:extLst>
      <p:ext uri="{BB962C8B-B14F-4D97-AF65-F5344CB8AC3E}">
        <p14:creationId xmlns:p14="http://schemas.microsoft.com/office/powerpoint/2010/main" val="193690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Picture 28">
            <a:extLst>
              <a:ext uri="{FF2B5EF4-FFF2-40B4-BE49-F238E27FC236}">
                <a16:creationId xmlns:a16="http://schemas.microsoft.com/office/drawing/2014/main" id="{CFD838FA-A4ED-5850-DD41-FC370BB0F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561" y="1843595"/>
            <a:ext cx="2628303" cy="15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>
            <a:extLst>
              <a:ext uri="{FF2B5EF4-FFF2-40B4-BE49-F238E27FC236}">
                <a16:creationId xmlns:a16="http://schemas.microsoft.com/office/drawing/2014/main" id="{31E1AC7F-17D4-5A23-9DCD-3B24651C11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52"/>
          <a:stretch>
            <a:fillRect/>
          </a:stretch>
        </p:blipFill>
        <p:spPr bwMode="auto">
          <a:xfrm>
            <a:off x="0" y="1370545"/>
            <a:ext cx="4985081" cy="411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FFC9D66C-11C7-4C34-D9A3-9E41560A5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83" b="89946" l="3261" r="97283">
                        <a14:foregroundMark x1="8152" y1="44158" x2="8152" y2="44158"/>
                        <a14:foregroundMark x1="91033" y1="44837" x2="91033" y2="44837"/>
                        <a14:foregroundMark x1="82065" y1="77989" x2="82065" y2="77989"/>
                        <a14:foregroundMark x1="84103" y1="78261" x2="88723" y2="77989"/>
                        <a14:foregroundMark x1="94973" y1="78261" x2="97283" y2="77853"/>
                        <a14:foregroundMark x1="3261" y1="78125" x2="13723" y2="77989"/>
                        <a14:foregroundMark x1="13723" y1="77989" x2="15625" y2="78261"/>
                        <a14:foregroundMark x1="21196" y1="77446" x2="48505" y2="793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381"/>
          <a:stretch>
            <a:fillRect/>
          </a:stretch>
        </p:blipFill>
        <p:spPr bwMode="auto">
          <a:xfrm>
            <a:off x="0" y="-287516"/>
            <a:ext cx="5671593" cy="770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F04327D-E026-42A2-8EE7-9A7B4014AE72}"/>
              </a:ext>
            </a:extLst>
          </p:cNvPr>
          <p:cNvCxnSpPr>
            <a:cxnSpLocks/>
          </p:cNvCxnSpPr>
          <p:nvPr/>
        </p:nvCxnSpPr>
        <p:spPr>
          <a:xfrm>
            <a:off x="5456424" y="1542308"/>
            <a:ext cx="563155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9018B9A-B049-1474-70D3-74D8D8A1BC64}"/>
              </a:ext>
            </a:extLst>
          </p:cNvPr>
          <p:cNvCxnSpPr>
            <a:cxnSpLocks/>
          </p:cNvCxnSpPr>
          <p:nvPr/>
        </p:nvCxnSpPr>
        <p:spPr>
          <a:xfrm>
            <a:off x="11087977" y="1542308"/>
            <a:ext cx="0" cy="436687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33A2767-C554-8906-ABB7-E7658FF8DF5B}"/>
              </a:ext>
            </a:extLst>
          </p:cNvPr>
          <p:cNvSpPr txBox="1"/>
          <p:nvPr/>
        </p:nvSpPr>
        <p:spPr>
          <a:xfrm>
            <a:off x="5968486" y="100121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TOOLS USED DURING DEVELOPMENT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CF781CC-5023-B143-04FC-AFCFC982E02D}"/>
              </a:ext>
            </a:extLst>
          </p:cNvPr>
          <p:cNvCxnSpPr>
            <a:cxnSpLocks/>
          </p:cNvCxnSpPr>
          <p:nvPr/>
        </p:nvCxnSpPr>
        <p:spPr>
          <a:xfrm>
            <a:off x="11087977" y="5909187"/>
            <a:ext cx="11040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82" name="Picture 34">
            <a:extLst>
              <a:ext uri="{FF2B5EF4-FFF2-40B4-BE49-F238E27FC236}">
                <a16:creationId xmlns:a16="http://schemas.microsoft.com/office/drawing/2014/main" id="{63EF6E4E-A968-AF05-2E2E-04E99B2A0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0800" y1="79253" x2="20800" y2="79253"/>
                        <a14:foregroundMark x1="43000" y1="80913" x2="43000" y2="80913"/>
                        <a14:foregroundMark x1="59200" y1="81328" x2="59200" y2="81328"/>
                        <a14:foregroundMark x1="65000" y1="81535" x2="65000" y2="81535"/>
                        <a14:foregroundMark x1="81600" y1="73651" x2="81600" y2="73651"/>
                        <a14:foregroundMark x1="51200" y1="38797" x2="51200" y2="387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42" y="3239318"/>
            <a:ext cx="1893570" cy="182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38" descr="GitHub logo PNG">
            <a:extLst>
              <a:ext uri="{FF2B5EF4-FFF2-40B4-BE49-F238E27FC236}">
                <a16:creationId xmlns:a16="http://schemas.microsoft.com/office/drawing/2014/main" id="{7940CFB5-6845-54D6-2C8D-AB4B67206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424" y="3615491"/>
            <a:ext cx="1460744" cy="131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What is Docker?">
            <a:extLst>
              <a:ext uri="{FF2B5EF4-FFF2-40B4-BE49-F238E27FC236}">
                <a16:creationId xmlns:a16="http://schemas.microsoft.com/office/drawing/2014/main" id="{76B79C66-0A18-54DA-BC70-A3141D23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295" y="5288627"/>
            <a:ext cx="1893569" cy="106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0" name="Picture 42" descr="파이썬 로고, png | PNGWing">
            <a:extLst>
              <a:ext uri="{FF2B5EF4-FFF2-40B4-BE49-F238E27FC236}">
                <a16:creationId xmlns:a16="http://schemas.microsoft.com/office/drawing/2014/main" id="{CA4E8512-E02C-55BE-0354-5573553F6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1848" y1="38672" x2="41848" y2="386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724" y="5044934"/>
            <a:ext cx="3270581" cy="182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4" name="Picture 46" descr="GitHub - souzarogih/pyFlask: Aplicação API REST em Python usando Flask">
            <a:extLst>
              <a:ext uri="{FF2B5EF4-FFF2-40B4-BE49-F238E27FC236}">
                <a16:creationId xmlns:a16="http://schemas.microsoft.com/office/drawing/2014/main" id="{269F966C-79BE-758C-86D1-ECC4A6D44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2109" y1="48056" x2="42109" y2="48056"/>
                        <a14:foregroundMark x1="50625" y1="51806" x2="50625" y2="51806"/>
                        <a14:foregroundMark x1="58516" y1="54444" x2="58516" y2="54444"/>
                        <a14:foregroundMark x1="63984" y1="51389" x2="63984" y2="51389"/>
                        <a14:foregroundMark x1="69141" y1="50694" x2="69141" y2="506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217" y="3289494"/>
            <a:ext cx="3066750" cy="172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6" name="Picture 48" descr="Figma logo - Social media &amp; Logos Icons">
            <a:extLst>
              <a:ext uri="{FF2B5EF4-FFF2-40B4-BE49-F238E27FC236}">
                <a16:creationId xmlns:a16="http://schemas.microsoft.com/office/drawing/2014/main" id="{04CB4E78-7344-C062-7DAA-150BAFA55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521" y="1902987"/>
            <a:ext cx="1327481" cy="132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TextBox 2058">
            <a:extLst>
              <a:ext uri="{FF2B5EF4-FFF2-40B4-BE49-F238E27FC236}">
                <a16:creationId xmlns:a16="http://schemas.microsoft.com/office/drawing/2014/main" id="{9CF69E2C-BD09-C63F-B135-2C68E7EB2F37}"/>
              </a:ext>
            </a:extLst>
          </p:cNvPr>
          <p:cNvSpPr txBox="1"/>
          <p:nvPr/>
        </p:nvSpPr>
        <p:spPr>
          <a:xfrm>
            <a:off x="268932" y="6077929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E6A365CD-9EA0-26EB-00DF-6F12B29E720C}"/>
              </a:ext>
            </a:extLst>
          </p:cNvPr>
          <p:cNvSpPr txBox="1"/>
          <p:nvPr/>
        </p:nvSpPr>
        <p:spPr>
          <a:xfrm>
            <a:off x="268932" y="6413332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pic>
        <p:nvPicPr>
          <p:cNvPr id="2098" name="Picture 50" descr="노션 사용법">
            <a:extLst>
              <a:ext uri="{FF2B5EF4-FFF2-40B4-BE49-F238E27FC236}">
                <a16:creationId xmlns:a16="http://schemas.microsoft.com/office/drawing/2014/main" id="{A5FA2508-5758-7522-A6B6-3171F6DC5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39192" y1="57675" x2="39192" y2="57675"/>
                        <a14:foregroundMark x1="51900" y1="53947" x2="51900" y2="53947"/>
                        <a14:foregroundMark x1="57838" y1="52851" x2="57838" y2="52851"/>
                        <a14:foregroundMark x1="60451" y1="52193" x2="60451" y2="52193"/>
                        <a14:foregroundMark x1="62708" y1="53070" x2="62708" y2="53070"/>
                        <a14:foregroundMark x1="62708" y1="49561" x2="62708" y2="49561"/>
                        <a14:foregroundMark x1="64014" y1="55263" x2="64014" y2="55263"/>
                        <a14:foregroundMark x1="69359" y1="55263" x2="69359" y2="552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356" y="4254912"/>
            <a:ext cx="2721611" cy="147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8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7C8C9-98B7-1FA2-9BB1-1EACB07A612F}"/>
              </a:ext>
            </a:extLst>
          </p:cNvPr>
          <p:cNvSpPr/>
          <p:nvPr/>
        </p:nvSpPr>
        <p:spPr>
          <a:xfrm>
            <a:off x="5654040" y="0"/>
            <a:ext cx="6537960" cy="685800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66A68F-FA1B-F6DA-CBC9-540DA6A18497}"/>
              </a:ext>
            </a:extLst>
          </p:cNvPr>
          <p:cNvSpPr/>
          <p:nvPr/>
        </p:nvSpPr>
        <p:spPr>
          <a:xfrm>
            <a:off x="0" y="0"/>
            <a:ext cx="702564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4812E-38AA-8917-BBE3-7BEF6EEB9A1B}"/>
              </a:ext>
            </a:extLst>
          </p:cNvPr>
          <p:cNvSpPr txBox="1"/>
          <p:nvPr/>
        </p:nvSpPr>
        <p:spPr>
          <a:xfrm>
            <a:off x="7528560" y="6713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A26-5665-BDCA-D8A4-1326A39820AD}"/>
              </a:ext>
            </a:extLst>
          </p:cNvPr>
          <p:cNvSpPr txBox="1"/>
          <p:nvPr/>
        </p:nvSpPr>
        <p:spPr>
          <a:xfrm>
            <a:off x="7528559" y="1527304"/>
            <a:ext cx="4197287" cy="425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dirty="0" err="1">
                <a:solidFill>
                  <a:schemeClr val="bg1"/>
                </a:solidFill>
              </a:rPr>
              <a:t>SQLAlchemy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ORM</a:t>
            </a:r>
            <a:r>
              <a:rPr lang="ko-KR" altLang="en-US" sz="1400" dirty="0">
                <a:solidFill>
                  <a:schemeClr val="bg1"/>
                </a:solidFill>
              </a:rPr>
              <a:t> 초기화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Flask </a:t>
            </a:r>
            <a:r>
              <a:rPr lang="ko-KR" altLang="en-US" sz="1400" dirty="0">
                <a:solidFill>
                  <a:schemeClr val="bg1"/>
                </a:solidFill>
              </a:rPr>
              <a:t>앱과 데이터베이스 연결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모델을 통해 </a:t>
            </a:r>
            <a:r>
              <a:rPr lang="en-US" altLang="ko-KR" sz="1400" dirty="0">
                <a:solidFill>
                  <a:schemeClr val="bg1"/>
                </a:solidFill>
              </a:rPr>
              <a:t>DB CRUD </a:t>
            </a:r>
            <a:r>
              <a:rPr lang="ko-KR" altLang="en-US" sz="1400" dirty="0">
                <a:solidFill>
                  <a:schemeClr val="bg1"/>
                </a:solidFill>
              </a:rPr>
              <a:t>가능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Flask-Migrate </a:t>
            </a:r>
            <a:r>
              <a:rPr lang="ko-KR" altLang="en-US" sz="1400" dirty="0">
                <a:solidFill>
                  <a:schemeClr val="bg1"/>
                </a:solidFill>
              </a:rPr>
              <a:t>설정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DB </a:t>
            </a:r>
            <a:r>
              <a:rPr lang="ko-KR" altLang="en-US" sz="1400" dirty="0">
                <a:solidFill>
                  <a:schemeClr val="bg1"/>
                </a:solidFill>
              </a:rPr>
              <a:t>스키마 </a:t>
            </a:r>
            <a:r>
              <a:rPr lang="ko-KR" altLang="en-US" sz="1400" dirty="0" err="1">
                <a:solidFill>
                  <a:schemeClr val="bg1"/>
                </a:solidFill>
              </a:rPr>
              <a:t>변경시</a:t>
            </a:r>
            <a:r>
              <a:rPr lang="ko-KR" altLang="en-US" sz="1400" dirty="0">
                <a:solidFill>
                  <a:schemeClr val="bg1"/>
                </a:solidFill>
              </a:rPr>
              <a:t> 마이그레이션 관리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JWT </a:t>
            </a:r>
            <a:r>
              <a:rPr lang="ko-KR" altLang="en-US" sz="1400" dirty="0">
                <a:solidFill>
                  <a:schemeClr val="bg1"/>
                </a:solidFill>
              </a:rPr>
              <a:t>인증 시스템 초기화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로그인 토큰 발급 및 사용자 인증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권한 검증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Marshmallow </a:t>
            </a:r>
            <a:r>
              <a:rPr lang="ko-KR" altLang="en-US" sz="1400" dirty="0">
                <a:solidFill>
                  <a:schemeClr val="bg1"/>
                </a:solidFill>
              </a:rPr>
              <a:t>초기화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DB </a:t>
            </a:r>
            <a:r>
              <a:rPr lang="ko-KR" altLang="en-US" sz="1400" dirty="0">
                <a:solidFill>
                  <a:schemeClr val="bg1"/>
                </a:solidFill>
              </a:rPr>
              <a:t>객체를 </a:t>
            </a:r>
            <a:r>
              <a:rPr lang="en-US" altLang="ko-KR" sz="1400" dirty="0">
                <a:solidFill>
                  <a:schemeClr val="bg1"/>
                </a:solidFill>
              </a:rPr>
              <a:t>JSON</a:t>
            </a:r>
            <a:r>
              <a:rPr lang="ko-KR" altLang="en-US" sz="1400" dirty="0">
                <a:solidFill>
                  <a:schemeClr val="bg1"/>
                </a:solidFill>
              </a:rPr>
              <a:t>으로 직렬화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검증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CORS </a:t>
            </a:r>
            <a:r>
              <a:rPr lang="ko-KR" altLang="en-US" sz="1400" dirty="0">
                <a:solidFill>
                  <a:schemeClr val="bg1"/>
                </a:solidFill>
              </a:rPr>
              <a:t>보안 설정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React </a:t>
            </a:r>
            <a:r>
              <a:rPr lang="ko-KR" altLang="en-US" sz="1400" dirty="0" err="1">
                <a:solidFill>
                  <a:schemeClr val="bg1"/>
                </a:solidFill>
              </a:rPr>
              <a:t>프론트엔드에서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Flask API </a:t>
            </a:r>
            <a:r>
              <a:rPr lang="ko-KR" altLang="en-US" sz="1400" dirty="0">
                <a:solidFill>
                  <a:schemeClr val="bg1"/>
                </a:solidFill>
              </a:rPr>
              <a:t>접근 허용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JWT </a:t>
            </a:r>
            <a:r>
              <a:rPr lang="ko-KR" altLang="en-US" sz="1400" dirty="0">
                <a:solidFill>
                  <a:schemeClr val="bg1"/>
                </a:solidFill>
              </a:rPr>
              <a:t>쿠키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인증정보 포함 요청 허용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en-US" altLang="ko-KR" sz="1400" dirty="0" err="1">
                <a:solidFill>
                  <a:schemeClr val="bg1"/>
                </a:solidFill>
              </a:rPr>
              <a:t>api</a:t>
            </a:r>
            <a:r>
              <a:rPr lang="en-US" altLang="ko-KR" sz="1400" dirty="0">
                <a:solidFill>
                  <a:schemeClr val="bg1"/>
                </a:solidFill>
              </a:rPr>
              <a:t>/* </a:t>
            </a:r>
            <a:r>
              <a:rPr lang="ko-KR" altLang="en-US" sz="1400" dirty="0">
                <a:solidFill>
                  <a:schemeClr val="bg1"/>
                </a:solidFill>
              </a:rPr>
              <a:t>경로만 외부 접근 가능하도록 제한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D59A6-5001-1793-A10C-68112D8B04C3}"/>
              </a:ext>
            </a:extLst>
          </p:cNvPr>
          <p:cNvSpPr txBox="1"/>
          <p:nvPr/>
        </p:nvSpPr>
        <p:spPr>
          <a:xfrm>
            <a:off x="10577525" y="60227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9C950-7234-CAD3-4E25-93FBBAC6B3BF}"/>
              </a:ext>
            </a:extLst>
          </p:cNvPr>
          <p:cNvSpPr txBox="1"/>
          <p:nvPr/>
        </p:nvSpPr>
        <p:spPr>
          <a:xfrm>
            <a:off x="10577525" y="63581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096568-01B2-F4A5-7D29-C4675C5E0C19}"/>
              </a:ext>
            </a:extLst>
          </p:cNvPr>
          <p:cNvCxnSpPr>
            <a:cxnSpLocks/>
          </p:cNvCxnSpPr>
          <p:nvPr/>
        </p:nvCxnSpPr>
        <p:spPr>
          <a:xfrm>
            <a:off x="7528560" y="1468695"/>
            <a:ext cx="41972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072C5D30-331E-4178-AD7E-D8D6FF693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9103"/>
            <a:ext cx="395342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4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7C8C9-98B7-1FA2-9BB1-1EACB07A612F}"/>
              </a:ext>
            </a:extLst>
          </p:cNvPr>
          <p:cNvSpPr/>
          <p:nvPr/>
        </p:nvSpPr>
        <p:spPr>
          <a:xfrm>
            <a:off x="5654040" y="0"/>
            <a:ext cx="6537960" cy="685800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66A68F-FA1B-F6DA-CBC9-540DA6A18497}"/>
              </a:ext>
            </a:extLst>
          </p:cNvPr>
          <p:cNvSpPr/>
          <p:nvPr/>
        </p:nvSpPr>
        <p:spPr>
          <a:xfrm>
            <a:off x="0" y="0"/>
            <a:ext cx="702564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4812E-38AA-8917-BBE3-7BEF6EEB9A1B}"/>
              </a:ext>
            </a:extLst>
          </p:cNvPr>
          <p:cNvSpPr txBox="1"/>
          <p:nvPr/>
        </p:nvSpPr>
        <p:spPr>
          <a:xfrm>
            <a:off x="7528560" y="6713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A26-5665-BDCA-D8A4-1326A39820AD}"/>
              </a:ext>
            </a:extLst>
          </p:cNvPr>
          <p:cNvSpPr txBox="1"/>
          <p:nvPr/>
        </p:nvSpPr>
        <p:spPr>
          <a:xfrm>
            <a:off x="7528559" y="2265938"/>
            <a:ext cx="4370215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Blueprint </a:t>
            </a:r>
            <a:r>
              <a:rPr lang="ko-KR" altLang="en-US" sz="1400" dirty="0">
                <a:solidFill>
                  <a:schemeClr val="bg1"/>
                </a:solidFill>
              </a:rPr>
              <a:t>기반 모듈 구조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기능별로 </a:t>
            </a:r>
            <a:r>
              <a:rPr lang="en-US" altLang="ko-KR" sz="1400" dirty="0">
                <a:solidFill>
                  <a:schemeClr val="bg1"/>
                </a:solidFill>
              </a:rPr>
              <a:t>API</a:t>
            </a:r>
            <a:r>
              <a:rPr lang="ko-KR" altLang="en-US" sz="1400" dirty="0">
                <a:solidFill>
                  <a:schemeClr val="bg1"/>
                </a:solidFill>
              </a:rPr>
              <a:t>를 </a:t>
            </a:r>
            <a:r>
              <a:rPr lang="ko-KR" altLang="en-US" sz="1400" dirty="0" err="1">
                <a:solidFill>
                  <a:schemeClr val="bg1"/>
                </a:solidFill>
              </a:rPr>
              <a:t>모듈화하여</a:t>
            </a:r>
            <a:r>
              <a:rPr lang="ko-KR" altLang="en-US" sz="1400" dirty="0">
                <a:solidFill>
                  <a:schemeClr val="bg1"/>
                </a:solidFill>
              </a:rPr>
              <a:t> 관리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인증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여행지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리뷰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챗봇</a:t>
            </a:r>
            <a:r>
              <a:rPr lang="ko-KR" altLang="en-US" sz="1400" dirty="0">
                <a:solidFill>
                  <a:schemeClr val="bg1"/>
                </a:solidFill>
              </a:rPr>
              <a:t> 등을 도메인 단위로 분리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각 기능을 </a:t>
            </a:r>
            <a:r>
              <a:rPr lang="en-US" altLang="ko-KR" sz="1400" dirty="0">
                <a:solidFill>
                  <a:schemeClr val="bg1"/>
                </a:solidFill>
              </a:rPr>
              <a:t>Blueprint</a:t>
            </a:r>
            <a:r>
              <a:rPr lang="ko-KR" altLang="en-US" sz="1400" dirty="0">
                <a:solidFill>
                  <a:schemeClr val="bg1"/>
                </a:solidFill>
              </a:rPr>
              <a:t>로 등록하여 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en-US" altLang="ko-KR" sz="1400" dirty="0" err="1">
                <a:solidFill>
                  <a:schemeClr val="bg1"/>
                </a:solidFill>
              </a:rPr>
              <a:t>api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경로 관리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REST API </a:t>
            </a:r>
            <a:r>
              <a:rPr lang="ko-KR" altLang="en-US" sz="1400" dirty="0">
                <a:solidFill>
                  <a:schemeClr val="bg1"/>
                </a:solidFill>
              </a:rPr>
              <a:t>구조를 일관되게 유지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D59A6-5001-1793-A10C-68112D8B04C3}"/>
              </a:ext>
            </a:extLst>
          </p:cNvPr>
          <p:cNvSpPr txBox="1"/>
          <p:nvPr/>
        </p:nvSpPr>
        <p:spPr>
          <a:xfrm>
            <a:off x="10577525" y="60227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9C950-7234-CAD3-4E25-93FBBAC6B3BF}"/>
              </a:ext>
            </a:extLst>
          </p:cNvPr>
          <p:cNvSpPr txBox="1"/>
          <p:nvPr/>
        </p:nvSpPr>
        <p:spPr>
          <a:xfrm>
            <a:off x="10577525" y="63581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096568-01B2-F4A5-7D29-C4675C5E0C19}"/>
              </a:ext>
            </a:extLst>
          </p:cNvPr>
          <p:cNvCxnSpPr>
            <a:cxnSpLocks/>
          </p:cNvCxnSpPr>
          <p:nvPr/>
        </p:nvCxnSpPr>
        <p:spPr>
          <a:xfrm>
            <a:off x="7528560" y="1468695"/>
            <a:ext cx="41972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C818DA3F-1670-4BD6-8552-28821714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" y="2057594"/>
            <a:ext cx="5572903" cy="2476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985D590-96E0-492F-B752-1C5EE6E0B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475" y="2305279"/>
            <a:ext cx="3086531" cy="3334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039E22B-C99D-44BB-B45A-4187D835F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50" y="2638701"/>
            <a:ext cx="5372850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85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7C8C9-98B7-1FA2-9BB1-1EACB07A612F}"/>
              </a:ext>
            </a:extLst>
          </p:cNvPr>
          <p:cNvSpPr/>
          <p:nvPr/>
        </p:nvSpPr>
        <p:spPr>
          <a:xfrm>
            <a:off x="5654040" y="0"/>
            <a:ext cx="6537960" cy="685800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66A68F-FA1B-F6DA-CBC9-540DA6A18497}"/>
              </a:ext>
            </a:extLst>
          </p:cNvPr>
          <p:cNvSpPr/>
          <p:nvPr/>
        </p:nvSpPr>
        <p:spPr>
          <a:xfrm>
            <a:off x="0" y="0"/>
            <a:ext cx="702564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4812E-38AA-8917-BBE3-7BEF6EEB9A1B}"/>
              </a:ext>
            </a:extLst>
          </p:cNvPr>
          <p:cNvSpPr txBox="1"/>
          <p:nvPr/>
        </p:nvSpPr>
        <p:spPr>
          <a:xfrm>
            <a:off x="7528560" y="6713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A26-5665-BDCA-D8A4-1326A39820AD}"/>
              </a:ext>
            </a:extLst>
          </p:cNvPr>
          <p:cNvSpPr txBox="1"/>
          <p:nvPr/>
        </p:nvSpPr>
        <p:spPr>
          <a:xfrm>
            <a:off x="7528559" y="2265938"/>
            <a:ext cx="4300767" cy="231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프로젝트 경로 기준으로 </a:t>
            </a:r>
            <a:r>
              <a:rPr lang="en-US" altLang="ko-KR" sz="1400" dirty="0">
                <a:solidFill>
                  <a:schemeClr val="bg1"/>
                </a:solidFill>
              </a:rPr>
              <a:t>SQLite DB</a:t>
            </a:r>
            <a:r>
              <a:rPr lang="ko-KR" altLang="en-US" sz="1400" dirty="0">
                <a:solidFill>
                  <a:schemeClr val="bg1"/>
                </a:solidFill>
              </a:rPr>
              <a:t> 파일 연결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환경에 상관 없이 동일한 경로에서 </a:t>
            </a:r>
            <a:r>
              <a:rPr lang="en-US" altLang="ko-KR" sz="1400" dirty="0">
                <a:solidFill>
                  <a:schemeClr val="bg1"/>
                </a:solidFill>
              </a:rPr>
              <a:t>DB</a:t>
            </a:r>
            <a:r>
              <a:rPr lang="ko-KR" altLang="en-US" sz="1400" dirty="0">
                <a:solidFill>
                  <a:schemeClr val="bg1"/>
                </a:solidFill>
              </a:rPr>
              <a:t>를 로드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불필요한 변경 추적 비활성화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JWT </a:t>
            </a:r>
            <a:r>
              <a:rPr lang="ko-KR" altLang="en-US" sz="1400" dirty="0">
                <a:solidFill>
                  <a:schemeClr val="bg1"/>
                </a:solidFill>
              </a:rPr>
              <a:t>토큰 서명에 사용되는 키 값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클라이언트가 </a:t>
            </a:r>
            <a:r>
              <a:rPr lang="en-US" altLang="ko-KR" sz="1400" dirty="0">
                <a:solidFill>
                  <a:schemeClr val="bg1"/>
                </a:solidFill>
              </a:rPr>
              <a:t>HTTP </a:t>
            </a:r>
            <a:r>
              <a:rPr lang="ko-KR" altLang="en-US" sz="1400" dirty="0">
                <a:solidFill>
                  <a:schemeClr val="bg1"/>
                </a:solidFill>
              </a:rPr>
              <a:t>헤더의 형식으로 인증 토큰 전송하도록 설정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로그인 유효시간 제한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D59A6-5001-1793-A10C-68112D8B04C3}"/>
              </a:ext>
            </a:extLst>
          </p:cNvPr>
          <p:cNvSpPr txBox="1"/>
          <p:nvPr/>
        </p:nvSpPr>
        <p:spPr>
          <a:xfrm>
            <a:off x="10577525" y="60227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9C950-7234-CAD3-4E25-93FBBAC6B3BF}"/>
              </a:ext>
            </a:extLst>
          </p:cNvPr>
          <p:cNvSpPr txBox="1"/>
          <p:nvPr/>
        </p:nvSpPr>
        <p:spPr>
          <a:xfrm>
            <a:off x="10577525" y="63581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096568-01B2-F4A5-7D29-C4675C5E0C19}"/>
              </a:ext>
            </a:extLst>
          </p:cNvPr>
          <p:cNvCxnSpPr>
            <a:cxnSpLocks/>
          </p:cNvCxnSpPr>
          <p:nvPr/>
        </p:nvCxnSpPr>
        <p:spPr>
          <a:xfrm>
            <a:off x="7528560" y="1468695"/>
            <a:ext cx="41972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A6713684-7EBD-4343-B27C-8D8C22CD2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7" y="1689212"/>
            <a:ext cx="6882890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5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7C8C9-98B7-1FA2-9BB1-1EACB07A612F}"/>
              </a:ext>
            </a:extLst>
          </p:cNvPr>
          <p:cNvSpPr/>
          <p:nvPr/>
        </p:nvSpPr>
        <p:spPr>
          <a:xfrm>
            <a:off x="5654040" y="0"/>
            <a:ext cx="6537960" cy="685800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66A68F-FA1B-F6DA-CBC9-540DA6A18497}"/>
              </a:ext>
            </a:extLst>
          </p:cNvPr>
          <p:cNvSpPr/>
          <p:nvPr/>
        </p:nvSpPr>
        <p:spPr>
          <a:xfrm>
            <a:off x="0" y="0"/>
            <a:ext cx="702564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4812E-38AA-8917-BBE3-7BEF6EEB9A1B}"/>
              </a:ext>
            </a:extLst>
          </p:cNvPr>
          <p:cNvSpPr txBox="1"/>
          <p:nvPr/>
        </p:nvSpPr>
        <p:spPr>
          <a:xfrm>
            <a:off x="7528560" y="6713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A26-5665-BDCA-D8A4-1326A39820AD}"/>
              </a:ext>
            </a:extLst>
          </p:cNvPr>
          <p:cNvSpPr txBox="1"/>
          <p:nvPr/>
        </p:nvSpPr>
        <p:spPr>
          <a:xfrm>
            <a:off x="7528559" y="1622202"/>
            <a:ext cx="4312341" cy="425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쿼리 파라미터로 </a:t>
            </a:r>
            <a:r>
              <a:rPr lang="en-US" altLang="ko-KR" sz="1400" dirty="0">
                <a:solidFill>
                  <a:schemeClr val="bg1"/>
                </a:solidFill>
              </a:rPr>
              <a:t>type </a:t>
            </a:r>
            <a:r>
              <a:rPr lang="ko-KR" altLang="en-US" sz="1400" dirty="0">
                <a:solidFill>
                  <a:schemeClr val="bg1"/>
                </a:solidFill>
              </a:rPr>
              <a:t>값을 수신하고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     기본적으로 전체 여행지 데이터를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     </a:t>
            </a:r>
            <a:r>
              <a:rPr lang="ko-KR" altLang="en-US" sz="1400" dirty="0">
                <a:solidFill>
                  <a:schemeClr val="bg1"/>
                </a:solidFill>
              </a:rPr>
              <a:t>조회한 뒤 </a:t>
            </a:r>
            <a:r>
              <a:rPr lang="en-US" altLang="ko-KR" sz="1400" dirty="0">
                <a:solidFill>
                  <a:schemeClr val="bg1"/>
                </a:solidFill>
                <a:hlinkClick r:id="rId2" action="ppaction://hlinksldjump"/>
              </a:rPr>
              <a:t>type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값이 존재하면 해당 유형만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    </a:t>
            </a:r>
            <a:r>
              <a:rPr lang="ko-KR" altLang="en-US" sz="1400" dirty="0">
                <a:solidFill>
                  <a:schemeClr val="bg1"/>
                </a:solidFill>
              </a:rPr>
              <a:t> 필터링한다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필터 조건에 맞는 데이터베이스 레코드를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     </a:t>
            </a:r>
            <a:r>
              <a:rPr lang="ko-KR" altLang="en-US" sz="1400" dirty="0">
                <a:solidFill>
                  <a:schemeClr val="bg1"/>
                </a:solidFill>
              </a:rPr>
              <a:t>조회한다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   </a:t>
            </a:r>
            <a:r>
              <a:rPr lang="ko-KR" altLang="en-US" sz="1400" dirty="0">
                <a:solidFill>
                  <a:schemeClr val="bg1"/>
                </a:solidFill>
              </a:rPr>
              <a:t>조회된 </a:t>
            </a:r>
            <a:r>
              <a:rPr lang="en-US" altLang="ko-KR" sz="1400" dirty="0">
                <a:solidFill>
                  <a:schemeClr val="bg1"/>
                </a:solidFill>
              </a:rPr>
              <a:t>ORM </a:t>
            </a:r>
            <a:r>
              <a:rPr lang="ko-KR" altLang="en-US" sz="1400" dirty="0">
                <a:solidFill>
                  <a:schemeClr val="bg1"/>
                </a:solidFill>
              </a:rPr>
              <a:t>객체를 </a:t>
            </a:r>
            <a:r>
              <a:rPr lang="en-US" altLang="ko-KR" sz="1400" dirty="0">
                <a:solidFill>
                  <a:schemeClr val="bg1"/>
                </a:solidFill>
              </a:rPr>
              <a:t>JSON </a:t>
            </a:r>
            <a:r>
              <a:rPr lang="ko-KR" altLang="en-US" sz="1400" dirty="0">
                <a:solidFill>
                  <a:schemeClr val="bg1"/>
                </a:solidFill>
              </a:rPr>
              <a:t>형태로 가공하여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    </a:t>
            </a:r>
            <a:r>
              <a:rPr lang="ko-KR" altLang="en-US" sz="1400" dirty="0" err="1">
                <a:solidFill>
                  <a:schemeClr val="bg1"/>
                </a:solidFill>
              </a:rPr>
              <a:t>프론트엔드에</a:t>
            </a:r>
            <a:r>
              <a:rPr lang="ko-KR" altLang="en-US" sz="1400" dirty="0">
                <a:solidFill>
                  <a:schemeClr val="bg1"/>
                </a:solidFill>
              </a:rPr>
              <a:t> 전달하며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이미지 경로는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    JSON </a:t>
            </a:r>
            <a:r>
              <a:rPr lang="ko-KR" altLang="en-US" sz="1400" dirty="0">
                <a:solidFill>
                  <a:schemeClr val="bg1"/>
                </a:solidFill>
              </a:rPr>
              <a:t>배열로 변환한다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  </a:t>
            </a:r>
            <a:r>
              <a:rPr lang="ko-KR" altLang="en-US" sz="1400" dirty="0">
                <a:solidFill>
                  <a:schemeClr val="bg1"/>
                </a:solidFill>
              </a:rPr>
              <a:t>최종적으로 리스트를 </a:t>
            </a:r>
            <a:r>
              <a:rPr lang="en-US" altLang="ko-KR" sz="1400" dirty="0">
                <a:solidFill>
                  <a:schemeClr val="bg1"/>
                </a:solidFill>
              </a:rPr>
              <a:t>JSON</a:t>
            </a:r>
            <a:r>
              <a:rPr lang="ko-KR" altLang="en-US" sz="1400" dirty="0">
                <a:solidFill>
                  <a:schemeClr val="bg1"/>
                </a:solidFill>
              </a:rPr>
              <a:t>으로 응답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D59A6-5001-1793-A10C-68112D8B04C3}"/>
              </a:ext>
            </a:extLst>
          </p:cNvPr>
          <p:cNvSpPr txBox="1"/>
          <p:nvPr/>
        </p:nvSpPr>
        <p:spPr>
          <a:xfrm>
            <a:off x="10577525" y="60227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9C950-7234-CAD3-4E25-93FBBAC6B3BF}"/>
              </a:ext>
            </a:extLst>
          </p:cNvPr>
          <p:cNvSpPr txBox="1"/>
          <p:nvPr/>
        </p:nvSpPr>
        <p:spPr>
          <a:xfrm>
            <a:off x="10577525" y="63581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096568-01B2-F4A5-7D29-C4675C5E0C19}"/>
              </a:ext>
            </a:extLst>
          </p:cNvPr>
          <p:cNvCxnSpPr>
            <a:cxnSpLocks/>
          </p:cNvCxnSpPr>
          <p:nvPr/>
        </p:nvCxnSpPr>
        <p:spPr>
          <a:xfrm>
            <a:off x="7528560" y="1468695"/>
            <a:ext cx="41972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AA4AC9F-C209-495D-A03F-91D53BB83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02136"/>
            <a:ext cx="4965539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3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7C8C9-98B7-1FA2-9BB1-1EACB07A612F}"/>
              </a:ext>
            </a:extLst>
          </p:cNvPr>
          <p:cNvSpPr/>
          <p:nvPr/>
        </p:nvSpPr>
        <p:spPr>
          <a:xfrm>
            <a:off x="5654040" y="0"/>
            <a:ext cx="6537960" cy="685800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66A68F-FA1B-F6DA-CBC9-540DA6A18497}"/>
              </a:ext>
            </a:extLst>
          </p:cNvPr>
          <p:cNvSpPr/>
          <p:nvPr/>
        </p:nvSpPr>
        <p:spPr>
          <a:xfrm>
            <a:off x="0" y="0"/>
            <a:ext cx="702564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4812E-38AA-8917-BBE3-7BEF6EEB9A1B}"/>
              </a:ext>
            </a:extLst>
          </p:cNvPr>
          <p:cNvSpPr txBox="1"/>
          <p:nvPr/>
        </p:nvSpPr>
        <p:spPr>
          <a:xfrm>
            <a:off x="7528560" y="6713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A26-5665-BDCA-D8A4-1326A39820AD}"/>
              </a:ext>
            </a:extLst>
          </p:cNvPr>
          <p:cNvSpPr txBox="1"/>
          <p:nvPr/>
        </p:nvSpPr>
        <p:spPr>
          <a:xfrm>
            <a:off x="7573123" y="1575331"/>
            <a:ext cx="3855720" cy="489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-Model </a:t>
            </a:r>
            <a:r>
              <a:rPr lang="ko-KR" altLang="en-US" sz="1400" dirty="0">
                <a:solidFill>
                  <a:schemeClr val="bg1"/>
                </a:solidFill>
              </a:rPr>
              <a:t>클래스로 사용할 </a:t>
            </a:r>
            <a:r>
              <a:rPr lang="en-US" altLang="ko-KR" sz="1400" dirty="0">
                <a:solidFill>
                  <a:schemeClr val="bg1"/>
                </a:solidFill>
              </a:rPr>
              <a:t>GPT </a:t>
            </a:r>
            <a:r>
              <a:rPr lang="ko-KR" altLang="en-US" sz="1400" dirty="0">
                <a:solidFill>
                  <a:schemeClr val="bg1"/>
                </a:solidFill>
              </a:rPr>
              <a:t>모델 이름을 상수처럼 관리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객체 생성 후 값 변경 불가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설정값</a:t>
            </a:r>
            <a:r>
              <a:rPr lang="ko-KR" altLang="en-US" sz="1400" dirty="0">
                <a:solidFill>
                  <a:schemeClr val="bg1"/>
                </a:solidFill>
              </a:rPr>
              <a:t> 보호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모델 이름들을 하나의 객체로 묶어 사용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환경변수에서 </a:t>
            </a:r>
            <a:r>
              <a:rPr lang="en-US" altLang="ko-KR" sz="1400" dirty="0" err="1">
                <a:solidFill>
                  <a:schemeClr val="bg1"/>
                </a:solidFill>
              </a:rPr>
              <a:t>OpenAI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키를 불러옴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코드에 키를 직접 쓰지 않아 보안상 안전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-API</a:t>
            </a:r>
            <a:r>
              <a:rPr lang="ko-KR" altLang="en-US" sz="1400" dirty="0">
                <a:solidFill>
                  <a:schemeClr val="bg1"/>
                </a:solidFill>
              </a:rPr>
              <a:t>키가 존재할 경우에만 클라이언트 생성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요청 최대 대기 시간</a:t>
            </a:r>
            <a:r>
              <a:rPr lang="en-US" altLang="ko-KR" sz="1400" dirty="0">
                <a:solidFill>
                  <a:schemeClr val="bg1"/>
                </a:solidFill>
              </a:rPr>
              <a:t>30</a:t>
            </a:r>
            <a:r>
              <a:rPr lang="ko-KR" altLang="en-US" sz="1400" dirty="0">
                <a:solidFill>
                  <a:schemeClr val="bg1"/>
                </a:solidFill>
              </a:rPr>
              <a:t>초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실패 시 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회 재시도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이후 이</a:t>
            </a:r>
            <a:r>
              <a:rPr lang="en-US" altLang="ko-KR" sz="1400" dirty="0">
                <a:solidFill>
                  <a:schemeClr val="bg1"/>
                </a:solidFill>
              </a:rPr>
              <a:t> client </a:t>
            </a:r>
            <a:r>
              <a:rPr lang="ko-KR" altLang="en-US" sz="1400" dirty="0">
                <a:solidFill>
                  <a:schemeClr val="bg1"/>
                </a:solidFill>
              </a:rPr>
              <a:t>객체로 </a:t>
            </a:r>
            <a:r>
              <a:rPr lang="ko-KR" altLang="en-US" sz="1400" dirty="0" err="1">
                <a:solidFill>
                  <a:schemeClr val="bg1"/>
                </a:solidFill>
              </a:rPr>
              <a:t>챗봇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API</a:t>
            </a:r>
            <a:r>
              <a:rPr lang="ko-KR" altLang="en-US" sz="1400" dirty="0">
                <a:solidFill>
                  <a:schemeClr val="bg1"/>
                </a:solidFill>
              </a:rPr>
              <a:t>호출 수행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 err="1">
                <a:solidFill>
                  <a:schemeClr val="bg1"/>
                </a:solidFill>
              </a:rPr>
              <a:t>OpenAI</a:t>
            </a:r>
            <a:r>
              <a:rPr lang="en-US" altLang="ko-KR" sz="1400" dirty="0">
                <a:solidFill>
                  <a:schemeClr val="bg1"/>
                </a:solidFill>
              </a:rPr>
              <a:t> API </a:t>
            </a:r>
            <a:r>
              <a:rPr lang="ko-KR" altLang="en-US" sz="1400" dirty="0">
                <a:solidFill>
                  <a:schemeClr val="bg1"/>
                </a:solidFill>
              </a:rPr>
              <a:t>사용을 위해 모델 정보를 클래스로 관리하고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환경변수에 저장된 </a:t>
            </a:r>
            <a:r>
              <a:rPr lang="en-US" altLang="ko-KR" sz="1400" dirty="0">
                <a:solidFill>
                  <a:schemeClr val="bg1"/>
                </a:solidFill>
              </a:rPr>
              <a:t>API Key</a:t>
            </a:r>
            <a:r>
              <a:rPr lang="ko-KR" altLang="en-US" sz="1400" dirty="0">
                <a:solidFill>
                  <a:schemeClr val="bg1"/>
                </a:solidFill>
              </a:rPr>
              <a:t>를 기반으로 클라이언트를 초기화하여 안정적인 </a:t>
            </a:r>
            <a:r>
              <a:rPr lang="ko-KR" altLang="en-US" sz="1400" dirty="0" err="1">
                <a:solidFill>
                  <a:schemeClr val="bg1"/>
                </a:solidFill>
              </a:rPr>
              <a:t>챗봇</a:t>
            </a:r>
            <a:r>
              <a:rPr lang="ko-KR" altLang="en-US" sz="1400" dirty="0">
                <a:solidFill>
                  <a:schemeClr val="bg1"/>
                </a:solidFill>
              </a:rPr>
              <a:t> 통신 환경을 구성하였다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D59A6-5001-1793-A10C-68112D8B04C3}"/>
              </a:ext>
            </a:extLst>
          </p:cNvPr>
          <p:cNvSpPr txBox="1"/>
          <p:nvPr/>
        </p:nvSpPr>
        <p:spPr>
          <a:xfrm>
            <a:off x="10577525" y="60227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9C950-7234-CAD3-4E25-93FBBAC6B3BF}"/>
              </a:ext>
            </a:extLst>
          </p:cNvPr>
          <p:cNvSpPr txBox="1"/>
          <p:nvPr/>
        </p:nvSpPr>
        <p:spPr>
          <a:xfrm>
            <a:off x="10577525" y="63581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096568-01B2-F4A5-7D29-C4675C5E0C19}"/>
              </a:ext>
            </a:extLst>
          </p:cNvPr>
          <p:cNvCxnSpPr>
            <a:cxnSpLocks/>
          </p:cNvCxnSpPr>
          <p:nvPr/>
        </p:nvCxnSpPr>
        <p:spPr>
          <a:xfrm>
            <a:off x="7528560" y="1468695"/>
            <a:ext cx="41972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634B9F5-D752-4ADC-81C0-E201D3D4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6754"/>
            <a:ext cx="5289631" cy="37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9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57C8C9-98B7-1FA2-9BB1-1EACB07A612F}"/>
              </a:ext>
            </a:extLst>
          </p:cNvPr>
          <p:cNvSpPr/>
          <p:nvPr/>
        </p:nvSpPr>
        <p:spPr>
          <a:xfrm>
            <a:off x="5654040" y="0"/>
            <a:ext cx="6537960" cy="685800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66A68F-FA1B-F6DA-CBC9-540DA6A18497}"/>
              </a:ext>
            </a:extLst>
          </p:cNvPr>
          <p:cNvSpPr/>
          <p:nvPr/>
        </p:nvSpPr>
        <p:spPr>
          <a:xfrm>
            <a:off x="0" y="0"/>
            <a:ext cx="7025640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4812E-38AA-8917-BBE3-7BEF6EEB9A1B}"/>
              </a:ext>
            </a:extLst>
          </p:cNvPr>
          <p:cNvSpPr txBox="1"/>
          <p:nvPr/>
        </p:nvSpPr>
        <p:spPr>
          <a:xfrm>
            <a:off x="7528560" y="6713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A26-5665-BDCA-D8A4-1326A39820AD}"/>
              </a:ext>
            </a:extLst>
          </p:cNvPr>
          <p:cNvSpPr txBox="1"/>
          <p:nvPr/>
        </p:nvSpPr>
        <p:spPr>
          <a:xfrm>
            <a:off x="7528559" y="1537925"/>
            <a:ext cx="3855720" cy="425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사용자 세션에 저장된 대화 이력이 있으면 불러오고 없으면 새로운 </a:t>
            </a:r>
            <a:r>
              <a:rPr lang="ko-KR" altLang="en-US" sz="1400" dirty="0" err="1">
                <a:solidFill>
                  <a:schemeClr val="bg1"/>
                </a:solidFill>
              </a:rPr>
              <a:t>챗봇</a:t>
            </a:r>
            <a:r>
              <a:rPr lang="ko-KR" altLang="en-US" sz="1400" dirty="0">
                <a:solidFill>
                  <a:schemeClr val="bg1"/>
                </a:solidFill>
              </a:rPr>
              <a:t> 인스턴스를 생성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 err="1">
                <a:solidFill>
                  <a:schemeClr val="bg1"/>
                </a:solidFill>
              </a:rPr>
              <a:t>챗봇의</a:t>
            </a:r>
            <a:r>
              <a:rPr lang="ko-KR" altLang="en-US" sz="1400" dirty="0">
                <a:solidFill>
                  <a:schemeClr val="bg1"/>
                </a:solidFill>
              </a:rPr>
              <a:t> 현재 대화 상태를 세션에 다시 저장하고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</a:rPr>
              <a:t>새로고침이나</a:t>
            </a:r>
            <a:r>
              <a:rPr lang="ko-KR" altLang="en-US" sz="1400" dirty="0">
                <a:solidFill>
                  <a:schemeClr val="bg1"/>
                </a:solidFill>
              </a:rPr>
              <a:t> 다음 요청 시에도 맥락 유지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사용자가 선택한 지역에 따라 시스템 프롬프트를 해당 지역 전용 설정으로 변경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첫번째 시스템 메시지를 동적으로 교체하고 지역 특화 여행 안내 </a:t>
            </a:r>
            <a:r>
              <a:rPr lang="ko-KR" altLang="en-US" sz="1400" dirty="0" err="1">
                <a:solidFill>
                  <a:schemeClr val="bg1"/>
                </a:solidFill>
              </a:rPr>
              <a:t>챗봇으로</a:t>
            </a:r>
            <a:r>
              <a:rPr lang="ko-KR" altLang="en-US" sz="1400" dirty="0">
                <a:solidFill>
                  <a:schemeClr val="bg1"/>
                </a:solidFill>
              </a:rPr>
              <a:t> 역할 변경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사용자 세션에 </a:t>
            </a:r>
            <a:r>
              <a:rPr lang="ko-KR" altLang="en-US" sz="1400" dirty="0" err="1">
                <a:solidFill>
                  <a:schemeClr val="bg1"/>
                </a:solidFill>
              </a:rPr>
              <a:t>챗봇의</a:t>
            </a:r>
            <a:r>
              <a:rPr lang="ko-KR" altLang="en-US" sz="1400" dirty="0">
                <a:solidFill>
                  <a:schemeClr val="bg1"/>
                </a:solidFill>
              </a:rPr>
              <a:t> 대화 컨텍스트를 저장하여 연속 대화를 유지하고 시스템 프롬프트를 동적으로 제어함으로써 지역 맞춤형 여행 안내가 가능한 </a:t>
            </a:r>
            <a:r>
              <a:rPr lang="en-US" altLang="ko-KR" sz="1400" dirty="0">
                <a:solidFill>
                  <a:schemeClr val="bg1"/>
                </a:solidFill>
              </a:rPr>
              <a:t>AI</a:t>
            </a:r>
            <a:r>
              <a:rPr lang="ko-KR" altLang="en-US" sz="1400" dirty="0" err="1">
                <a:solidFill>
                  <a:schemeClr val="bg1"/>
                </a:solidFill>
              </a:rPr>
              <a:t>챗봇</a:t>
            </a:r>
            <a:r>
              <a:rPr lang="ko-KR" altLang="en-US" sz="1400" dirty="0">
                <a:solidFill>
                  <a:schemeClr val="bg1"/>
                </a:solidFill>
              </a:rPr>
              <a:t> 구조를 구현하였다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D59A6-5001-1793-A10C-68112D8B04C3}"/>
              </a:ext>
            </a:extLst>
          </p:cNvPr>
          <p:cNvSpPr txBox="1"/>
          <p:nvPr/>
        </p:nvSpPr>
        <p:spPr>
          <a:xfrm>
            <a:off x="10577525" y="60227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9C950-7234-CAD3-4E25-93FBBAC6B3BF}"/>
              </a:ext>
            </a:extLst>
          </p:cNvPr>
          <p:cNvSpPr txBox="1"/>
          <p:nvPr/>
        </p:nvSpPr>
        <p:spPr>
          <a:xfrm>
            <a:off x="10577525" y="63581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ko-KR" altLang="en-US" sz="900" dirty="0">
              <a:solidFill>
                <a:schemeClr val="bg1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096568-01B2-F4A5-7D29-C4675C5E0C19}"/>
              </a:ext>
            </a:extLst>
          </p:cNvPr>
          <p:cNvCxnSpPr>
            <a:cxnSpLocks/>
          </p:cNvCxnSpPr>
          <p:nvPr/>
        </p:nvCxnSpPr>
        <p:spPr>
          <a:xfrm>
            <a:off x="7528560" y="1468695"/>
            <a:ext cx="419728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2D108FA6-03CF-4FB1-A38D-06FF73812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025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9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13ABE-3DA4-A103-6CDC-A7FB97EA5C5C}"/>
              </a:ext>
            </a:extLst>
          </p:cNvPr>
          <p:cNvSpPr txBox="1"/>
          <p:nvPr/>
        </p:nvSpPr>
        <p:spPr>
          <a:xfrm>
            <a:off x="349491" y="1483935"/>
            <a:ext cx="3608070" cy="4938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081E5A"/>
                </a:solidFill>
              </a:rPr>
              <a:t>공통 </a:t>
            </a:r>
            <a:r>
              <a:rPr lang="en-US" altLang="ko-KR" sz="1400" dirty="0">
                <a:solidFill>
                  <a:srgbClr val="081E5A"/>
                </a:solidFill>
              </a:rPr>
              <a:t>API </a:t>
            </a:r>
            <a:r>
              <a:rPr lang="ko-KR" altLang="en-US" sz="1400" dirty="0">
                <a:solidFill>
                  <a:srgbClr val="081E5A"/>
                </a:solidFill>
              </a:rPr>
              <a:t>클라이언트를 생성하여 모든 요청의 기본 서버 주소를 설정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solidFill>
                  <a:srgbClr val="081E5A"/>
                </a:solidFill>
              </a:rPr>
              <a:t>로컬스토리지에</a:t>
            </a:r>
            <a:r>
              <a:rPr lang="ko-KR" altLang="en-US" sz="1400" dirty="0">
                <a:solidFill>
                  <a:srgbClr val="081E5A"/>
                </a:solidFill>
              </a:rPr>
              <a:t> 저장된 </a:t>
            </a:r>
            <a:r>
              <a:rPr lang="en-US" altLang="ko-KR" sz="1400" dirty="0">
                <a:solidFill>
                  <a:srgbClr val="081E5A"/>
                </a:solidFill>
              </a:rPr>
              <a:t>JWT </a:t>
            </a:r>
            <a:r>
              <a:rPr lang="ko-KR" altLang="en-US" sz="1400" dirty="0">
                <a:solidFill>
                  <a:srgbClr val="081E5A"/>
                </a:solidFill>
              </a:rPr>
              <a:t>토큰을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081E5A"/>
                </a:solidFill>
              </a:rPr>
              <a:t>     자동으로 헤더에 추가하여 모든 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   API</a:t>
            </a:r>
            <a:r>
              <a:rPr lang="ko-KR" altLang="en-US" sz="1400" dirty="0">
                <a:solidFill>
                  <a:srgbClr val="081E5A"/>
                </a:solidFill>
              </a:rPr>
              <a:t>요청에 인증 정보 전달</a:t>
            </a:r>
            <a:br>
              <a:rPr lang="en-US" altLang="ko-KR" sz="1400" dirty="0">
                <a:solidFill>
                  <a:srgbClr val="081E5A"/>
                </a:solidFill>
              </a:rPr>
            </a:br>
            <a:br>
              <a:rPr lang="en-US" altLang="ko-KR" sz="1400" dirty="0">
                <a:solidFill>
                  <a:srgbClr val="081E5A"/>
                </a:solidFill>
              </a:rPr>
            </a:br>
            <a:r>
              <a:rPr lang="en-US" altLang="ko-KR" sz="1400" dirty="0">
                <a:solidFill>
                  <a:srgbClr val="081E5A"/>
                </a:solidFill>
              </a:rPr>
              <a:t>- </a:t>
            </a:r>
            <a:r>
              <a:rPr lang="ko-KR" altLang="en-US" sz="1400" dirty="0">
                <a:solidFill>
                  <a:srgbClr val="081E5A"/>
                </a:solidFill>
              </a:rPr>
              <a:t>리뷰 모록에서 한번에 </a:t>
            </a:r>
            <a:r>
              <a:rPr lang="ko-KR" altLang="en-US" sz="1400" dirty="0" err="1">
                <a:solidFill>
                  <a:srgbClr val="081E5A"/>
                </a:solidFill>
              </a:rPr>
              <a:t>보일수</a:t>
            </a:r>
            <a:r>
              <a:rPr lang="ko-KR" altLang="en-US" sz="1400" dirty="0">
                <a:solidFill>
                  <a:srgbClr val="081E5A"/>
                </a:solidFill>
              </a:rPr>
              <a:t> 있는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</a:t>
            </a:r>
            <a:r>
              <a:rPr lang="ko-KR" altLang="en-US" sz="1400" dirty="0">
                <a:solidFill>
                  <a:srgbClr val="081E5A"/>
                </a:solidFill>
              </a:rPr>
              <a:t>자료를 </a:t>
            </a:r>
            <a:r>
              <a:rPr lang="en-US" altLang="ko-KR" sz="1400" dirty="0" err="1">
                <a:solidFill>
                  <a:srgbClr val="081E5A"/>
                </a:solidFill>
              </a:rPr>
              <a:t>limt</a:t>
            </a:r>
            <a:r>
              <a:rPr lang="ko-KR" altLang="en-US" sz="1400" dirty="0">
                <a:solidFill>
                  <a:srgbClr val="081E5A"/>
                </a:solidFill>
              </a:rPr>
              <a:t>로 제한하고 검색 기능을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</a:t>
            </a:r>
            <a:r>
              <a:rPr lang="ko-KR" altLang="en-US" sz="1400" dirty="0">
                <a:solidFill>
                  <a:srgbClr val="081E5A"/>
                </a:solidFill>
              </a:rPr>
              <a:t> 위한 </a:t>
            </a:r>
            <a:r>
              <a:rPr lang="en-US" altLang="ko-KR" sz="1400" dirty="0">
                <a:solidFill>
                  <a:srgbClr val="081E5A"/>
                </a:solidFill>
              </a:rPr>
              <a:t>API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081E5A"/>
                </a:solidFill>
              </a:rPr>
              <a:t>타입으로 필터링한 여행지 정보를 전송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081E5A"/>
                </a:solidFill>
              </a:rPr>
              <a:t>댓글을 </a:t>
            </a:r>
            <a:r>
              <a:rPr lang="ko-KR" altLang="en-US" sz="1400" dirty="0" err="1">
                <a:solidFill>
                  <a:srgbClr val="081E5A"/>
                </a:solidFill>
              </a:rPr>
              <a:t>등록시</a:t>
            </a:r>
            <a:r>
              <a:rPr lang="ko-KR" altLang="en-US" sz="1400" dirty="0">
                <a:solidFill>
                  <a:srgbClr val="081E5A"/>
                </a:solidFill>
              </a:rPr>
              <a:t> 어느 곳에서 </a:t>
            </a:r>
            <a:r>
              <a:rPr lang="ko-KR" altLang="en-US" sz="1400" dirty="0" err="1">
                <a:solidFill>
                  <a:srgbClr val="081E5A"/>
                </a:solidFill>
              </a:rPr>
              <a:t>작성한건지</a:t>
            </a:r>
            <a:r>
              <a:rPr lang="ko-KR" altLang="en-US" sz="1400" dirty="0">
                <a:solidFill>
                  <a:srgbClr val="081E5A"/>
                </a:solidFill>
              </a:rPr>
              <a:t> 타겟으로 처리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solidFill>
                <a:srgbClr val="081E5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8F42DBE-F399-48BC-8BD6-53D4E5AC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13" y="217451"/>
            <a:ext cx="4334480" cy="24958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D5A775E-AA8F-4503-80D9-4F17FE9A8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13" y="2640965"/>
            <a:ext cx="4610743" cy="161947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D755FF-8C44-4B61-9764-2C326A062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13" y="4198372"/>
            <a:ext cx="3467584" cy="9050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E4B8B36-B2EB-4AC3-81DE-7E5258E90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13" y="5081335"/>
            <a:ext cx="6211167" cy="12955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DAA56B1-22BF-42A2-803E-527C76093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1997" y="17206"/>
            <a:ext cx="1810003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20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13ABE-3DA4-A103-6CDC-A7FB97EA5C5C}"/>
              </a:ext>
            </a:extLst>
          </p:cNvPr>
          <p:cNvSpPr txBox="1"/>
          <p:nvPr/>
        </p:nvSpPr>
        <p:spPr>
          <a:xfrm>
            <a:off x="510540" y="1948680"/>
            <a:ext cx="3608070" cy="3322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081E5A"/>
                </a:solidFill>
              </a:rPr>
              <a:t>페이지 최초 </a:t>
            </a:r>
            <a:r>
              <a:rPr lang="ko-KR" altLang="en-US" sz="1400" dirty="0" err="1">
                <a:solidFill>
                  <a:srgbClr val="081E5A"/>
                </a:solidFill>
              </a:rPr>
              <a:t>로드시</a:t>
            </a:r>
            <a:r>
              <a:rPr lang="ko-KR" altLang="en-US" sz="1400" dirty="0">
                <a:solidFill>
                  <a:srgbClr val="081E5A"/>
                </a:solidFill>
              </a:rPr>
              <a:t> 저장된 </a:t>
            </a:r>
            <a:r>
              <a:rPr lang="en-US" altLang="ko-KR" sz="1400" dirty="0">
                <a:solidFill>
                  <a:srgbClr val="081E5A"/>
                </a:solidFill>
              </a:rPr>
              <a:t>JWT </a:t>
            </a:r>
            <a:r>
              <a:rPr lang="ko-KR" altLang="en-US" sz="1400" dirty="0">
                <a:solidFill>
                  <a:srgbClr val="081E5A"/>
                </a:solidFill>
              </a:rPr>
              <a:t>토큰을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  </a:t>
            </a:r>
            <a:r>
              <a:rPr lang="ko-KR" altLang="en-US" sz="1400" dirty="0">
                <a:solidFill>
                  <a:srgbClr val="081E5A"/>
                </a:solidFill>
              </a:rPr>
              <a:t>확인하여 로그인 여부를 검증하고</a:t>
            </a:r>
            <a:r>
              <a:rPr lang="en-US" altLang="ko-KR" sz="1400" dirty="0">
                <a:solidFill>
                  <a:srgbClr val="081E5A"/>
                </a:solidFill>
              </a:rPr>
              <a:t>, </a:t>
            </a:r>
            <a:br>
              <a:rPr lang="en-US" altLang="ko-KR" sz="1400" dirty="0">
                <a:solidFill>
                  <a:srgbClr val="081E5A"/>
                </a:solidFill>
              </a:rPr>
            </a:br>
            <a:r>
              <a:rPr lang="en-US" altLang="ko-KR" sz="1400" dirty="0">
                <a:solidFill>
                  <a:srgbClr val="081E5A"/>
                </a:solidFill>
              </a:rPr>
              <a:t>    </a:t>
            </a:r>
            <a:r>
              <a:rPr lang="ko-KR" altLang="en-US" sz="1400" dirty="0">
                <a:solidFill>
                  <a:srgbClr val="081E5A"/>
                </a:solidFill>
              </a:rPr>
              <a:t>인증되지 않은 경우 로그인 페이지로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 </a:t>
            </a:r>
            <a:r>
              <a:rPr lang="ko-KR" altLang="en-US" sz="1400" dirty="0">
                <a:solidFill>
                  <a:srgbClr val="081E5A"/>
                </a:solidFill>
              </a:rPr>
              <a:t> 자동 이동하도록 처리한다</a:t>
            </a:r>
            <a:r>
              <a:rPr lang="en-US" altLang="ko-KR" sz="1400" dirty="0">
                <a:solidFill>
                  <a:srgbClr val="081E5A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081E5A"/>
                </a:solidFill>
              </a:rPr>
              <a:t>마이페이지 </a:t>
            </a:r>
            <a:r>
              <a:rPr lang="en-US" altLang="ko-KR" sz="1400" dirty="0">
                <a:solidFill>
                  <a:srgbClr val="081E5A"/>
                </a:solidFill>
              </a:rPr>
              <a:t>API</a:t>
            </a:r>
            <a:r>
              <a:rPr lang="ko-KR" altLang="en-US" sz="1400" dirty="0">
                <a:solidFill>
                  <a:srgbClr val="081E5A"/>
                </a:solidFill>
              </a:rPr>
              <a:t>를 호출하여 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  </a:t>
            </a:r>
            <a:r>
              <a:rPr lang="ko-KR" altLang="en-US" sz="1400" dirty="0">
                <a:solidFill>
                  <a:srgbClr val="081E5A"/>
                </a:solidFill>
              </a:rPr>
              <a:t>사용자 정보</a:t>
            </a:r>
            <a:r>
              <a:rPr lang="en-US" altLang="ko-KR" sz="1400" dirty="0">
                <a:solidFill>
                  <a:srgbClr val="081E5A"/>
                </a:solidFill>
              </a:rPr>
              <a:t>, </a:t>
            </a:r>
            <a:r>
              <a:rPr lang="ko-KR" altLang="en-US" sz="1400" dirty="0">
                <a:solidFill>
                  <a:srgbClr val="081E5A"/>
                </a:solidFill>
              </a:rPr>
              <a:t>추천 여행지</a:t>
            </a:r>
            <a:r>
              <a:rPr lang="en-US" altLang="ko-KR" sz="1400" dirty="0">
                <a:solidFill>
                  <a:srgbClr val="081E5A"/>
                </a:solidFill>
              </a:rPr>
              <a:t>,</a:t>
            </a:r>
            <a:r>
              <a:rPr lang="ko-KR" altLang="en-US" sz="1400" dirty="0">
                <a:solidFill>
                  <a:srgbClr val="081E5A"/>
                </a:solidFill>
              </a:rPr>
              <a:t> 작성한 리뷰</a:t>
            </a:r>
            <a:r>
              <a:rPr lang="en-US" altLang="ko-KR" sz="1400" dirty="0">
                <a:solidFill>
                  <a:srgbClr val="081E5A"/>
                </a:solidFill>
              </a:rPr>
              <a:t>,   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  </a:t>
            </a:r>
            <a:r>
              <a:rPr lang="ko-KR" altLang="en-US" sz="1400" dirty="0">
                <a:solidFill>
                  <a:srgbClr val="081E5A"/>
                </a:solidFill>
              </a:rPr>
              <a:t>위시리스트를 </a:t>
            </a:r>
            <a:r>
              <a:rPr lang="ko-KR" altLang="en-US" sz="1400" dirty="0" err="1">
                <a:solidFill>
                  <a:srgbClr val="081E5A"/>
                </a:solidFill>
              </a:rPr>
              <a:t>저장후</a:t>
            </a:r>
            <a:r>
              <a:rPr lang="ko-KR" altLang="en-US" sz="1400" dirty="0">
                <a:solidFill>
                  <a:srgbClr val="081E5A"/>
                </a:solidFill>
              </a:rPr>
              <a:t> 화면에 필요한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81E5A"/>
                </a:solidFill>
              </a:rPr>
              <a:t>   </a:t>
            </a:r>
            <a:r>
              <a:rPr lang="ko-KR" altLang="en-US" sz="1400" dirty="0">
                <a:solidFill>
                  <a:srgbClr val="081E5A"/>
                </a:solidFill>
              </a:rPr>
              <a:t> 데이터를 로딩 </a:t>
            </a:r>
            <a:r>
              <a:rPr lang="en-US" altLang="ko-KR" sz="1400" dirty="0">
                <a:solidFill>
                  <a:srgbClr val="081E5A"/>
                </a:solidFill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solidFill>
                <a:srgbClr val="081E5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E810B14-B6D0-46C3-9B04-9A216A93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877" y="1199019"/>
            <a:ext cx="3982006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13ABE-3DA4-A103-6CDC-A7FB97EA5C5C}"/>
              </a:ext>
            </a:extLst>
          </p:cNvPr>
          <p:cNvSpPr txBox="1"/>
          <p:nvPr/>
        </p:nvSpPr>
        <p:spPr>
          <a:xfrm>
            <a:off x="510539" y="1948680"/>
            <a:ext cx="3864815" cy="2999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081E5A"/>
                </a:solidFill>
              </a:rPr>
              <a:t>마이페이지에서 사용자의 </a:t>
            </a:r>
            <a:endParaRPr lang="en-US" altLang="ko-KR" sz="16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081E5A"/>
                </a:solidFill>
              </a:rPr>
              <a:t>위시리스트 데이터를 기반으로 </a:t>
            </a:r>
            <a:r>
              <a:rPr lang="en-US" altLang="ko-KR" sz="1600" dirty="0">
                <a:solidFill>
                  <a:srgbClr val="081E5A"/>
                </a:solidFill>
              </a:rPr>
              <a:t>Swiper </a:t>
            </a:r>
            <a:r>
              <a:rPr lang="ko-KR" altLang="en-US" sz="1600" dirty="0">
                <a:solidFill>
                  <a:srgbClr val="081E5A"/>
                </a:solidFill>
              </a:rPr>
              <a:t>슬라이드 </a:t>
            </a:r>
            <a:r>
              <a:rPr lang="en-US" altLang="ko-KR" sz="1600" dirty="0">
                <a:solidFill>
                  <a:srgbClr val="081E5A"/>
                </a:solidFill>
              </a:rPr>
              <a:t>UI</a:t>
            </a:r>
            <a:r>
              <a:rPr lang="ko-KR" altLang="en-US" sz="1600" dirty="0">
                <a:solidFill>
                  <a:srgbClr val="081E5A"/>
                </a:solidFill>
              </a:rPr>
              <a:t>를 구성하여 여행지를 카드 형태로 시각화 하고</a:t>
            </a:r>
            <a:r>
              <a:rPr lang="en-US" altLang="ko-KR" sz="1600" dirty="0">
                <a:solidFill>
                  <a:srgbClr val="081E5A"/>
                </a:solidFill>
              </a:rPr>
              <a:t>, </a:t>
            </a:r>
            <a:r>
              <a:rPr lang="ko-KR" altLang="en-US" sz="1600" dirty="0">
                <a:solidFill>
                  <a:srgbClr val="081E5A"/>
                </a:solidFill>
              </a:rPr>
              <a:t>각 카드에 </a:t>
            </a:r>
            <a:endParaRPr lang="en-US" altLang="ko-KR" sz="16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081E5A"/>
                </a:solidFill>
              </a:rPr>
              <a:t>상세 페이지 이동 기능과 찜 </a:t>
            </a:r>
            <a:r>
              <a:rPr lang="ko-KR" altLang="en-US" sz="1600" dirty="0" err="1">
                <a:solidFill>
                  <a:srgbClr val="081E5A"/>
                </a:solidFill>
              </a:rPr>
              <a:t>토글</a:t>
            </a:r>
            <a:r>
              <a:rPr lang="ko-KR" altLang="en-US" sz="1600" dirty="0">
                <a:solidFill>
                  <a:srgbClr val="081E5A"/>
                </a:solidFill>
              </a:rPr>
              <a:t> 버튼을 연동함으로써 사용자가 관심 여행지를 직관적으로 확인하고 관리할 수 있도록 구현하였다</a:t>
            </a:r>
            <a:r>
              <a:rPr lang="en-US" altLang="ko-KR" sz="1600" dirty="0">
                <a:solidFill>
                  <a:srgbClr val="081E5A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05A6DC5-C6A1-4445-929E-B7F0890F6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5787"/>
            <a:ext cx="5001323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8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81818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B130E3E-73EC-43C0-B1A9-2250D1E14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031" y="1857920"/>
            <a:ext cx="3570860" cy="33268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26FDCE-A96E-4340-B9E2-B00824CA8549}"/>
              </a:ext>
            </a:extLst>
          </p:cNvPr>
          <p:cNvSpPr txBox="1"/>
          <p:nvPr/>
        </p:nvSpPr>
        <p:spPr>
          <a:xfrm>
            <a:off x="510540" y="1948680"/>
            <a:ext cx="3608070" cy="138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rgbClr val="081E5A"/>
                </a:solidFill>
              </a:rPr>
              <a:t>헤더</a:t>
            </a:r>
            <a:r>
              <a:rPr lang="en-US" altLang="ko-KR" sz="1400" dirty="0">
                <a:solidFill>
                  <a:srgbClr val="081E5A"/>
                </a:solidFill>
              </a:rPr>
              <a:t>, </a:t>
            </a:r>
            <a:r>
              <a:rPr lang="ko-KR" altLang="en-US" sz="1400" dirty="0" err="1">
                <a:solidFill>
                  <a:srgbClr val="081E5A"/>
                </a:solidFill>
              </a:rPr>
              <a:t>푸터</a:t>
            </a:r>
            <a:r>
              <a:rPr lang="en-US" altLang="ko-KR" sz="1400" dirty="0">
                <a:solidFill>
                  <a:srgbClr val="081E5A"/>
                </a:solidFill>
              </a:rPr>
              <a:t>, </a:t>
            </a:r>
            <a:r>
              <a:rPr lang="ko-KR" altLang="en-US" sz="1400" dirty="0">
                <a:solidFill>
                  <a:srgbClr val="081E5A"/>
                </a:solidFill>
              </a:rPr>
              <a:t>스크롤 이벤트 등 공통으로 사용하는 컴포넌트를 분리하여 확장성과 유지보수성을 확보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solidFill>
                <a:srgbClr val="081E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374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02039B2-006D-4C55-B0C0-AD1B96B95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340" y="968186"/>
            <a:ext cx="4600000" cy="50571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2C8E36-C87A-4A4A-B566-024BD16A9479}"/>
              </a:ext>
            </a:extLst>
          </p:cNvPr>
          <p:cNvSpPr txBox="1"/>
          <p:nvPr/>
        </p:nvSpPr>
        <p:spPr>
          <a:xfrm>
            <a:off x="510540" y="1948680"/>
            <a:ext cx="3608070" cy="2029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이상 스크롤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(300) 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했을 때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body</a:t>
            </a:r>
            <a:r>
              <a:rPr lang="ko-KR" altLang="en-US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 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‘scroll’ </a:t>
            </a:r>
            <a:r>
              <a:rPr lang="ko-KR" altLang="en-US" sz="1400" dirty="0">
                <a:solidFill>
                  <a:srgbClr val="081E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클래스를 추가</a:t>
            </a:r>
            <a:r>
              <a:rPr lang="en-US" altLang="ko-KR" sz="1400" dirty="0">
                <a:solidFill>
                  <a:srgbClr val="081E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81E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삭제하도록 개발</a:t>
            </a:r>
            <a:r>
              <a:rPr lang="en-US" altLang="ko-KR" sz="1400" dirty="0">
                <a:solidFill>
                  <a:srgbClr val="081E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srgbClr val="081E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이를 사용하여 스크롤 시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400" kern="1200" dirty="0" err="1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heade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window </a:t>
            </a:r>
            <a:r>
              <a:rPr lang="ko-KR" altLang="en-US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상단에 자연스럽게 붙을 수 있도록 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style </a:t>
            </a:r>
            <a:r>
              <a:rPr lang="ko-KR" altLang="en-US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추가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solidFill>
                <a:srgbClr val="081E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34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932C967-8E2C-41F7-8428-15AF7FF6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731" y="0"/>
            <a:ext cx="424225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960010-9158-442B-B79F-EC6DB9A13F2A}"/>
              </a:ext>
            </a:extLst>
          </p:cNvPr>
          <p:cNvSpPr txBox="1"/>
          <p:nvPr/>
        </p:nvSpPr>
        <p:spPr>
          <a:xfrm>
            <a:off x="510540" y="1948680"/>
            <a:ext cx="3608070" cy="2676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이상 스크롤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(300) 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했을 때 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TOP 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버튼이 자연스럽게 </a:t>
            </a:r>
            <a:r>
              <a:rPr lang="en-US" altLang="ko-KR" sz="1400" kern="1200" dirty="0" err="1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fadeIn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</a:t>
            </a:r>
            <a:r>
              <a:rPr lang="en-US" altLang="ko-KR" sz="1400" kern="1200" dirty="0" err="1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fadeOut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되도록</a:t>
            </a:r>
            <a:r>
              <a:rPr lang="en-US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ko-KR" sz="1400" kern="1200" dirty="0">
                <a:solidFill>
                  <a:srgbClr val="081E5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개발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>
              <a:solidFill>
                <a:srgbClr val="081E5A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solidFill>
                  <a:srgbClr val="081E5A"/>
                </a:solidFill>
              </a:rPr>
              <a:t>탑버튼</a:t>
            </a:r>
            <a:r>
              <a:rPr lang="ko-KR" altLang="en-US" sz="1400" dirty="0">
                <a:solidFill>
                  <a:srgbClr val="081E5A"/>
                </a:solidFill>
              </a:rPr>
              <a:t> 클릭 시 맨 위로 이동이 자연스러울 수 있도록 </a:t>
            </a:r>
            <a:r>
              <a:rPr lang="en-US" altLang="ko-KR" sz="1400" dirty="0">
                <a:solidFill>
                  <a:srgbClr val="081E5A"/>
                </a:solidFill>
              </a:rPr>
              <a:t>behavior: ‘smooth’</a:t>
            </a:r>
            <a:r>
              <a:rPr lang="ko-KR" altLang="en-US" sz="1400" dirty="0">
                <a:solidFill>
                  <a:srgbClr val="081E5A"/>
                </a:solidFill>
              </a:rPr>
              <a:t>를 적용</a:t>
            </a:r>
            <a:endParaRPr lang="en-US" altLang="ko-KR" sz="1400" dirty="0">
              <a:solidFill>
                <a:srgbClr val="081E5A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solidFill>
                <a:srgbClr val="081E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283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DAA0F02-53BB-4FA0-8BFA-4F2B456B2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78" y="0"/>
            <a:ext cx="7263399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AA608B-D1EA-4C49-913C-69EF5326FAB6}"/>
              </a:ext>
            </a:extLst>
          </p:cNvPr>
          <p:cNvSpPr txBox="1"/>
          <p:nvPr/>
        </p:nvSpPr>
        <p:spPr>
          <a:xfrm>
            <a:off x="510540" y="1948680"/>
            <a:ext cx="3608070" cy="2999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축제 컨텐츠는 특성상 가로 스크롤 탐색이 효율적이므로 </a:t>
            </a:r>
            <a:r>
              <a:rPr lang="en-US" altLang="ko-KR" sz="1400" dirty="0"/>
              <a:t>Swiper </a:t>
            </a:r>
            <a:r>
              <a:rPr lang="ko-KR" altLang="en-US" sz="1400" dirty="0"/>
              <a:t>슬라이더를 적용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반응형 </a:t>
            </a:r>
            <a:r>
              <a:rPr lang="en-US" altLang="ko-KR" sz="1400" dirty="0"/>
              <a:t>breakpoints</a:t>
            </a:r>
            <a:r>
              <a:rPr lang="ko-KR" altLang="en-US" sz="1400" dirty="0"/>
              <a:t>를 통해 디바이스 폭에 따라 노출 슬라이드 수를 조정하여 다양한 환경에서도 일관되도록 </a:t>
            </a:r>
            <a:r>
              <a:rPr lang="en-US" altLang="ko-KR" sz="1400" dirty="0"/>
              <a:t>UI</a:t>
            </a:r>
            <a:r>
              <a:rPr lang="ko-KR" altLang="en-US" sz="1400" dirty="0"/>
              <a:t>를 제공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264575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AA608B-D1EA-4C49-913C-69EF5326FAB6}"/>
              </a:ext>
            </a:extLst>
          </p:cNvPr>
          <p:cNvSpPr txBox="1"/>
          <p:nvPr/>
        </p:nvSpPr>
        <p:spPr>
          <a:xfrm>
            <a:off x="510540" y="1948680"/>
            <a:ext cx="3608070" cy="2999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Swiper </a:t>
            </a:r>
            <a:r>
              <a:rPr lang="ko-KR" altLang="en-US" sz="1400" dirty="0"/>
              <a:t>기본 네비게이션 대신 커스텀 버튼을 구성해 디자인 일관성을 확보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현재 슬라이드 위치를 </a:t>
            </a:r>
            <a:r>
              <a:rPr lang="en-US" altLang="ko-KR" sz="1400" dirty="0" err="1"/>
              <a:t>isBeginning</a:t>
            </a:r>
            <a:r>
              <a:rPr lang="en-US" altLang="ko-KR" sz="1400" dirty="0"/>
              <a:t>/</a:t>
            </a:r>
            <a:r>
              <a:rPr lang="en-US" altLang="ko-KR" sz="1400" dirty="0" err="1"/>
              <a:t>isEnd</a:t>
            </a:r>
            <a:r>
              <a:rPr lang="en-US" altLang="ko-KR" sz="1400" dirty="0"/>
              <a:t> </a:t>
            </a:r>
            <a:r>
              <a:rPr lang="ko-KR" altLang="en-US" sz="1400" dirty="0"/>
              <a:t>상태로 관리하여 첫</a:t>
            </a:r>
            <a:r>
              <a:rPr lang="en-US" altLang="ko-KR" sz="1400" dirty="0"/>
              <a:t>/</a:t>
            </a:r>
            <a:r>
              <a:rPr lang="ko-KR" altLang="en-US" sz="1400" dirty="0"/>
              <a:t>마지막 구간에서 버튼을 자동 비활성화해 사용자에게 명확한 </a:t>
            </a:r>
            <a:r>
              <a:rPr lang="ko-KR" altLang="en-US" sz="1400" dirty="0" err="1"/>
              <a:t>인터렉션</a:t>
            </a:r>
            <a:r>
              <a:rPr lang="ko-KR" altLang="en-US" sz="1400" dirty="0"/>
              <a:t> 피드백을 제공</a:t>
            </a:r>
            <a:endParaRPr lang="en-US" altLang="ko-KR" sz="1400" dirty="0"/>
          </a:p>
          <a:p>
            <a:pPr>
              <a:lnSpc>
                <a:spcPct val="150000"/>
              </a:lnSpc>
              <a:buNone/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439D89-561F-4CAD-8E11-963132BE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40" y="1948680"/>
            <a:ext cx="441007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7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AA608B-D1EA-4C49-913C-69EF5326FAB6}"/>
              </a:ext>
            </a:extLst>
          </p:cNvPr>
          <p:cNvSpPr txBox="1"/>
          <p:nvPr/>
        </p:nvSpPr>
        <p:spPr>
          <a:xfrm>
            <a:off x="510540" y="1948680"/>
            <a:ext cx="3608070" cy="26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슬라이더에서 드래그 제스처와 클릭 이벤트가 충돌하면 의도치 않게 상세 페이지로 이동할 수 있어</a:t>
            </a:r>
            <a:r>
              <a:rPr lang="en-US" altLang="ko-KR" sz="1400" dirty="0"/>
              <a:t>, </a:t>
            </a:r>
            <a:r>
              <a:rPr lang="ko-KR" altLang="en-US" sz="1400" dirty="0"/>
              <a:t>드래그 상황에서는 링크 클릭을 차단하는 방식을 고려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모바일</a:t>
            </a:r>
            <a:r>
              <a:rPr lang="en-US" altLang="ko-KR" sz="1400" dirty="0"/>
              <a:t>/</a:t>
            </a:r>
            <a:r>
              <a:rPr lang="ko-KR" altLang="en-US" sz="1400" dirty="0"/>
              <a:t>터치 환경에서의 오동작을 줄이고 탐색 경험을 안정화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470E59-C375-4946-A213-6897D2595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622" y="905641"/>
            <a:ext cx="3038475" cy="27146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C6ED774-EEC1-4D3E-9607-D50BB6AFA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538" y="4219455"/>
            <a:ext cx="7574280" cy="1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53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AA608B-D1EA-4C49-913C-69EF5326FAB6}"/>
              </a:ext>
            </a:extLst>
          </p:cNvPr>
          <p:cNvSpPr txBox="1"/>
          <p:nvPr/>
        </p:nvSpPr>
        <p:spPr>
          <a:xfrm>
            <a:off x="510540" y="1948680"/>
            <a:ext cx="3608070" cy="26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사용자가 여러 이미지를 직관적으로 탐색할 수 있도록 대표 이미지와 썸네일 목록을 분리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썸네일 클릭 시 대표 이미지를 교체하고</a:t>
            </a:r>
            <a:r>
              <a:rPr lang="en-US" altLang="ko-KR" sz="1400" dirty="0"/>
              <a:t>, </a:t>
            </a:r>
            <a:r>
              <a:rPr lang="ko-KR" altLang="en-US" sz="1400" dirty="0"/>
              <a:t>교체된 이미지는 썸네일 배열에 반영하여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스왑</a:t>
            </a:r>
            <a:r>
              <a:rPr lang="en-US" altLang="ko-KR" sz="1400" dirty="0"/>
              <a:t>) </a:t>
            </a:r>
            <a:r>
              <a:rPr lang="ko-KR" altLang="en-US" sz="1400" dirty="0"/>
              <a:t>자연스러운 갤러리 </a:t>
            </a:r>
            <a:r>
              <a:rPr lang="en-US" altLang="ko-KR" sz="1400" dirty="0"/>
              <a:t>UX</a:t>
            </a:r>
            <a:r>
              <a:rPr lang="ko-KR" altLang="en-US" sz="1400" dirty="0"/>
              <a:t>를 제공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EA7300-D754-4DCD-91D7-1890FE15A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121" y="447155"/>
            <a:ext cx="5142857" cy="379047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6F141F-B2CB-424B-BDEC-9B9F3BB0D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260" y="4708180"/>
            <a:ext cx="3247619" cy="1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27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AA608B-D1EA-4C49-913C-69EF5326FAB6}"/>
              </a:ext>
            </a:extLst>
          </p:cNvPr>
          <p:cNvSpPr txBox="1"/>
          <p:nvPr/>
        </p:nvSpPr>
        <p:spPr>
          <a:xfrm>
            <a:off x="510540" y="1948680"/>
            <a:ext cx="3608070" cy="231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장소 좌표</a:t>
            </a:r>
            <a:r>
              <a:rPr lang="en-US" altLang="ko-KR" sz="1400" dirty="0"/>
              <a:t>(latitude/longitude)</a:t>
            </a:r>
            <a:r>
              <a:rPr lang="ko-KR" altLang="en-US" sz="1400" dirty="0"/>
              <a:t>를 기반으로 지도 </a:t>
            </a:r>
            <a:r>
              <a:rPr lang="ko-KR" altLang="en-US" sz="1400" dirty="0" err="1"/>
              <a:t>임베드</a:t>
            </a:r>
            <a:r>
              <a:rPr lang="ko-KR" altLang="en-US" sz="1400" dirty="0"/>
              <a:t> </a:t>
            </a:r>
            <a:r>
              <a:rPr lang="en-US" altLang="ko-KR" sz="1400" dirty="0"/>
              <a:t>URL</a:t>
            </a:r>
            <a:r>
              <a:rPr lang="ko-KR" altLang="en-US" sz="1400" dirty="0"/>
              <a:t>을 생성해 ‘찾아가는 길’ 섹션을 제공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Iframe</a:t>
            </a:r>
            <a:r>
              <a:rPr lang="ko-KR" altLang="en-US" sz="1400" dirty="0"/>
              <a:t>에 </a:t>
            </a:r>
            <a:r>
              <a:rPr lang="en-US" altLang="ko-KR" sz="1400" dirty="0"/>
              <a:t>loading=“lazy”</a:t>
            </a:r>
            <a:r>
              <a:rPr lang="ko-KR" altLang="en-US" sz="1400" dirty="0"/>
              <a:t>를 적용해 초기 렌더링 비용을 줄이고</a:t>
            </a:r>
            <a:r>
              <a:rPr lang="en-US" altLang="ko-KR" sz="1400" dirty="0"/>
              <a:t>, </a:t>
            </a:r>
            <a:r>
              <a:rPr lang="ko-KR" altLang="en-US" sz="1400" dirty="0"/>
              <a:t>사용자가 실제로 해당 영역을 볼 때 로딩되도록 최적화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A9592F-DC0A-42F0-B4AB-D88FEC12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590" y="2657571"/>
            <a:ext cx="2647619" cy="1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8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F759-B851-3514-3AD6-C767520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EED854-9264-9ACE-C863-A5B2D5D9CA8F}"/>
              </a:ext>
            </a:extLst>
          </p:cNvPr>
          <p:cNvSpPr/>
          <p:nvPr/>
        </p:nvSpPr>
        <p:spPr>
          <a:xfrm>
            <a:off x="4617720" y="0"/>
            <a:ext cx="7574280" cy="6858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7A386-7C4D-DD8E-0290-79789115C248}"/>
              </a:ext>
            </a:extLst>
          </p:cNvPr>
          <p:cNvSpPr txBox="1"/>
          <p:nvPr/>
        </p:nvSpPr>
        <p:spPr>
          <a:xfrm>
            <a:off x="552450" y="737354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CODE OVERVIEW</a:t>
            </a:r>
            <a:endParaRPr lang="ko-KR" altLang="en-US" sz="2400" dirty="0">
              <a:solidFill>
                <a:srgbClr val="081E5A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1FB88-4A75-5839-0B15-7C951A2245EB}"/>
              </a:ext>
            </a:extLst>
          </p:cNvPr>
          <p:cNvSpPr txBox="1"/>
          <p:nvPr/>
        </p:nvSpPr>
        <p:spPr>
          <a:xfrm>
            <a:off x="314652" y="6041513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chemeClr val="tx2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7E7FF-92CB-2CB0-D40C-FCFADFAD89F1}"/>
              </a:ext>
            </a:extLst>
          </p:cNvPr>
          <p:cNvSpPr txBox="1"/>
          <p:nvPr/>
        </p:nvSpPr>
        <p:spPr>
          <a:xfrm>
            <a:off x="314652" y="6376916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03</a:t>
            </a:r>
            <a:endParaRPr lang="ko-KR" altLang="en-US" sz="900" dirty="0">
              <a:solidFill>
                <a:schemeClr val="tx2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4BCF85-8C17-1D88-D351-CCB81E73EA45}"/>
              </a:ext>
            </a:extLst>
          </p:cNvPr>
          <p:cNvCxnSpPr>
            <a:cxnSpLocks/>
          </p:cNvCxnSpPr>
          <p:nvPr/>
        </p:nvCxnSpPr>
        <p:spPr>
          <a:xfrm>
            <a:off x="552450" y="1483935"/>
            <a:ext cx="3211830" cy="0"/>
          </a:xfrm>
          <a:prstGeom prst="line">
            <a:avLst/>
          </a:prstGeom>
          <a:ln w="3175">
            <a:solidFill>
              <a:srgbClr val="081E5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AA608B-D1EA-4C49-913C-69EF5326FAB6}"/>
              </a:ext>
            </a:extLst>
          </p:cNvPr>
          <p:cNvSpPr txBox="1"/>
          <p:nvPr/>
        </p:nvSpPr>
        <p:spPr>
          <a:xfrm>
            <a:off x="510540" y="1773194"/>
            <a:ext cx="3608070" cy="421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기본 </a:t>
            </a:r>
            <a:r>
              <a:rPr lang="en-US" altLang="ko-KR" sz="1200" dirty="0"/>
              <a:t>input[type=“file”] </a:t>
            </a:r>
            <a:r>
              <a:rPr lang="ko-KR" altLang="en-US" sz="1200" dirty="0"/>
              <a:t>대신 커스텀 버튼을 제공하고</a:t>
            </a:r>
            <a:r>
              <a:rPr lang="en-US" altLang="ko-KR" sz="1200" dirty="0"/>
              <a:t>, ref</a:t>
            </a:r>
            <a:r>
              <a:rPr lang="ko-KR" altLang="en-US" sz="1200" dirty="0"/>
              <a:t>를 통해 파일 선택창을 </a:t>
            </a:r>
            <a:r>
              <a:rPr lang="ko-KR" altLang="en-US" sz="1200" dirty="0" err="1"/>
              <a:t>트리거하여</a:t>
            </a:r>
            <a:r>
              <a:rPr lang="ko-KR" altLang="en-US" sz="1200" dirty="0"/>
              <a:t> 사용성이 높은 업로드 </a:t>
            </a:r>
            <a:r>
              <a:rPr lang="en-US" altLang="ko-KR" sz="1200" dirty="0"/>
              <a:t>UX</a:t>
            </a:r>
            <a:r>
              <a:rPr lang="ko-KR" altLang="en-US" sz="1200" dirty="0"/>
              <a:t>를 구현</a:t>
            </a:r>
            <a:r>
              <a:rPr lang="en-US" altLang="ko-KR" sz="1200" dirty="0"/>
              <a:t>. </a:t>
            </a:r>
            <a:r>
              <a:rPr lang="ko-KR" altLang="en-US" sz="1200" dirty="0"/>
              <a:t>디자인 통일성을 유지하면서도 접근 가능한 입력 흐름 확보</a:t>
            </a:r>
            <a:r>
              <a:rPr lang="en-US" altLang="ko-KR" sz="12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2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사용자가 업로드 경과를 즉시 확인할 수 있도록 이미지 미리보기 기능 제공</a:t>
            </a:r>
            <a:r>
              <a:rPr lang="en-US" altLang="ko-KR" sz="1200" dirty="0"/>
              <a:t>. </a:t>
            </a:r>
            <a:r>
              <a:rPr lang="ko-KR" altLang="en-US" sz="1200" dirty="0"/>
              <a:t>미리보기 리스트를 렌더링하고</a:t>
            </a:r>
            <a:r>
              <a:rPr lang="en-US" altLang="ko-KR" sz="1200" dirty="0"/>
              <a:t>, </a:t>
            </a:r>
            <a:r>
              <a:rPr lang="ko-KR" altLang="en-US" sz="1200" dirty="0"/>
              <a:t>특정 이미지 삭제가 가능하도록 구성해 작성 과정의 편의성을 높임</a:t>
            </a:r>
            <a:r>
              <a:rPr lang="en-US" altLang="ko-KR" sz="12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2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 err="1"/>
              <a:t>URL.createObjectURL</a:t>
            </a:r>
            <a:r>
              <a:rPr lang="ko-KR" altLang="en-US" sz="1200" dirty="0"/>
              <a:t> 사용 시 발생할 수 있는 메모리 누수를 방지하기 위해</a:t>
            </a:r>
            <a:r>
              <a:rPr lang="en-US" altLang="ko-KR" sz="1200" dirty="0"/>
              <a:t>, </a:t>
            </a:r>
            <a:r>
              <a:rPr lang="ko-KR" altLang="en-US" sz="1200" dirty="0"/>
              <a:t>이미지 삭제 시점 및 컴포넌트 </a:t>
            </a:r>
            <a:r>
              <a:rPr lang="ko-KR" altLang="en-US" sz="1200" dirty="0" err="1"/>
              <a:t>언마운트</a:t>
            </a:r>
            <a:r>
              <a:rPr lang="ko-KR" altLang="en-US" sz="1200" dirty="0"/>
              <a:t> 시점에 </a:t>
            </a:r>
            <a:r>
              <a:rPr lang="en-US" altLang="ko-KR" sz="1200" dirty="0" err="1"/>
              <a:t>URL.revokeObjectURL</a:t>
            </a:r>
            <a:r>
              <a:rPr lang="ko-KR" altLang="en-US" sz="1200" dirty="0"/>
              <a:t>을 호출해 리소스 정리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875D26-6D38-46AA-8CF0-2584E4EB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87" y="129421"/>
            <a:ext cx="4219575" cy="59912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AEEEE73-EF57-429A-A251-EEE027A79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671" y="3266701"/>
            <a:ext cx="3099147" cy="335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51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95273F-2336-FEFF-3224-345B850E1C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22226"/>
            <a:ext cx="12192000" cy="3322320"/>
          </a:xfrm>
          <a:prstGeom prst="rect">
            <a:avLst/>
          </a:prstGeom>
          <a:solidFill>
            <a:srgbClr val="081E5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D332ADA-31C2-E8DA-CBBC-1F6E85569462}"/>
              </a:ext>
            </a:extLst>
          </p:cNvPr>
          <p:cNvSpPr/>
          <p:nvPr/>
        </p:nvSpPr>
        <p:spPr>
          <a:xfrm>
            <a:off x="670560" y="2743200"/>
            <a:ext cx="1676400" cy="155448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A2DA2B4-EFA8-F3B4-DE21-F5B482EAC4F5}"/>
              </a:ext>
            </a:extLst>
          </p:cNvPr>
          <p:cNvSpPr/>
          <p:nvPr/>
        </p:nvSpPr>
        <p:spPr>
          <a:xfrm>
            <a:off x="3078480" y="2773680"/>
            <a:ext cx="1676400" cy="155448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43F5B64-C949-9B56-867F-61688E38028A}"/>
              </a:ext>
            </a:extLst>
          </p:cNvPr>
          <p:cNvSpPr/>
          <p:nvPr/>
        </p:nvSpPr>
        <p:spPr>
          <a:xfrm>
            <a:off x="5394960" y="2758440"/>
            <a:ext cx="1676400" cy="155448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AC6E61-B80C-B75F-DA64-69443ECA87F8}"/>
              </a:ext>
            </a:extLst>
          </p:cNvPr>
          <p:cNvSpPr/>
          <p:nvPr/>
        </p:nvSpPr>
        <p:spPr>
          <a:xfrm>
            <a:off x="7802880" y="2773680"/>
            <a:ext cx="1676400" cy="155448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190E432-2934-215D-AABC-7AEAD0E20B33}"/>
              </a:ext>
            </a:extLst>
          </p:cNvPr>
          <p:cNvSpPr/>
          <p:nvPr/>
        </p:nvSpPr>
        <p:spPr>
          <a:xfrm>
            <a:off x="10119360" y="2773680"/>
            <a:ext cx="1676400" cy="155448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FED31-48C7-1DFE-0608-B149E5B9F52C}"/>
              </a:ext>
            </a:extLst>
          </p:cNvPr>
          <p:cNvSpPr txBox="1"/>
          <p:nvPr/>
        </p:nvSpPr>
        <p:spPr>
          <a:xfrm>
            <a:off x="975360" y="141734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081E5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TEAM MEMBER INTRODUCTION</a:t>
            </a:r>
            <a:endParaRPr lang="ko-KR" altLang="en-US" sz="2000" dirty="0">
              <a:solidFill>
                <a:srgbClr val="081E5A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21E24-8955-4DCC-CE77-C372B7E0CE5D}"/>
              </a:ext>
            </a:extLst>
          </p:cNvPr>
          <p:cNvSpPr txBox="1"/>
          <p:nvPr/>
        </p:nvSpPr>
        <p:spPr>
          <a:xfrm>
            <a:off x="5444490" y="1232334"/>
            <a:ext cx="80695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본 프로젝트는 서로 다른 역량을 가진 팀원들이 하나의 목표를 위해 협력하며 </a:t>
            </a:r>
            <a:endParaRPr lang="en-US" altLang="ko-KR" sz="1400" dirty="0"/>
          </a:p>
          <a:p>
            <a:r>
              <a:rPr lang="ko-KR" altLang="en-US" sz="1400" dirty="0"/>
              <a:t>각 팀원은 맡은 역할에 책임감을 가지고 프로젝트 전반에 적극적으로 참여하여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원활한 소통과 협업을 바탕으로 완성도 높은 결과물을 만들어낼 수 있었다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DA9ED-496C-62CA-4475-837F537452F8}"/>
              </a:ext>
            </a:extLst>
          </p:cNvPr>
          <p:cNvSpPr txBox="1"/>
          <p:nvPr/>
        </p:nvSpPr>
        <p:spPr>
          <a:xfrm>
            <a:off x="1056383" y="4328160"/>
            <a:ext cx="210312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</a:rPr>
              <a:t>성득명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FDCC4E-A045-D561-3388-DA7AF2986435}"/>
              </a:ext>
            </a:extLst>
          </p:cNvPr>
          <p:cNvSpPr txBox="1"/>
          <p:nvPr/>
        </p:nvSpPr>
        <p:spPr>
          <a:xfrm>
            <a:off x="3472405" y="4358447"/>
            <a:ext cx="6759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F1F1F1"/>
                </a:solidFill>
              </a:rPr>
              <a:t>류주현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15FA0-41D4-0118-BD9F-CB6F28F53D4B}"/>
              </a:ext>
            </a:extLst>
          </p:cNvPr>
          <p:cNvSpPr txBox="1"/>
          <p:nvPr/>
        </p:nvSpPr>
        <p:spPr>
          <a:xfrm>
            <a:off x="5768436" y="4348272"/>
            <a:ext cx="6759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1F1F1"/>
                </a:solidFill>
              </a:rPr>
              <a:t>이윤서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980512-1BF9-C2AB-B1CF-535221918E02}"/>
              </a:ext>
            </a:extLst>
          </p:cNvPr>
          <p:cNvSpPr txBox="1"/>
          <p:nvPr/>
        </p:nvSpPr>
        <p:spPr>
          <a:xfrm>
            <a:off x="8133917" y="4358447"/>
            <a:ext cx="6759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1F1F1"/>
                </a:solidFill>
              </a:rPr>
              <a:t> 전민경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F03308-3297-1C54-EC47-19F7F34818D8}"/>
              </a:ext>
            </a:extLst>
          </p:cNvPr>
          <p:cNvSpPr txBox="1"/>
          <p:nvPr/>
        </p:nvSpPr>
        <p:spPr>
          <a:xfrm>
            <a:off x="10437471" y="4348272"/>
            <a:ext cx="7448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1F1F1"/>
                </a:solidFill>
              </a:rPr>
              <a:t> 진성희</a:t>
            </a:r>
            <a:endParaRPr lang="ko-KR" alt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BC3E8CF-7CDD-6DBA-50DE-2D3FB5B9E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32599"/>
            <a:ext cx="21031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메인 페이지,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헤더·푸터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제작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전체 사이트 구조 조정 및 레이아웃 구성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지역 정보 페이지 제작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로고 제작 및 화면 디자인 참여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프론트엔드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UI 구현과 기획 업무 병행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1E4E43-545A-179E-6444-FC9DEA236766}"/>
              </a:ext>
            </a:extLst>
          </p:cNvPr>
          <p:cNvSpPr txBox="1"/>
          <p:nvPr/>
        </p:nvSpPr>
        <p:spPr>
          <a:xfrm>
            <a:off x="254836" y="4832599"/>
            <a:ext cx="27169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프로젝트 </a:t>
            </a:r>
            <a:r>
              <a:rPr lang="ko-KR" altLang="ko-KR" sz="1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초기 기획 및 전체 구조 설계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진행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DB 구성 및 초기 설계 작업 수행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Flask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ko-KR" altLang="ko-KR" sz="12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React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개발 환경 초기 세팅</a:t>
            </a:r>
            <a:endParaRPr lang="ko-KR" altLang="ko-KR" sz="1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리액트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–플라스크 기능 구현 및 </a:t>
            </a:r>
            <a:r>
              <a:rPr lang="ko-KR" altLang="ko-KR" sz="1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중간 DB 수정 작업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담당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전반적인 </a:t>
            </a:r>
            <a:r>
              <a:rPr lang="ko-KR" altLang="ko-KR" sz="12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백엔드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개발과 핵심 기능 구현 역할 수행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078755-1ABD-E530-571D-4A216112CDED}"/>
              </a:ext>
            </a:extLst>
          </p:cNvPr>
          <p:cNvSpPr txBox="1"/>
          <p:nvPr/>
        </p:nvSpPr>
        <p:spPr>
          <a:xfrm>
            <a:off x="5180467" y="4832599"/>
            <a:ext cx="2103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챗봇</a:t>
            </a:r>
            <a:r>
              <a:rPr lang="ko-KR" altLang="ko-KR" sz="1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프로토타입 작업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지역 목록 페이지 제작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데이터 정리 및 기획 자료 정돈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액티비티·지역</a:t>
            </a:r>
            <a:r>
              <a:rPr lang="ko-KR" altLang="ko-KR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관련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정보수집 업무 </a:t>
            </a:r>
            <a:r>
              <a:rPr lang="ko-KR" altLang="en-US" sz="12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담당챗봇제작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 총 담당 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다이어그램 설계 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1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E281BB-CC83-0728-AE48-E27C196B9FA7}"/>
              </a:ext>
            </a:extLst>
          </p:cNvPr>
          <p:cNvSpPr txBox="1"/>
          <p:nvPr/>
        </p:nvSpPr>
        <p:spPr>
          <a:xfrm>
            <a:off x="7382406" y="4832599"/>
            <a:ext cx="25038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게시판 기능 개발 전반 담당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게시글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insert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게시글 리스트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게시글 상세 페이지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유저 페이지 제작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메인/서브 페이지 UI 구현 참여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프론트엔드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기능 중심 개발 역할 수행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C4BC0A-2145-0397-0A8F-1FABE5CA80CF}"/>
              </a:ext>
            </a:extLst>
          </p:cNvPr>
          <p:cNvSpPr txBox="1"/>
          <p:nvPr/>
        </p:nvSpPr>
        <p:spPr>
          <a:xfrm>
            <a:off x="9981235" y="4832599"/>
            <a:ext cx="21158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스토리보드 및 프로토타입 제작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 참여</a:t>
            </a:r>
          </a:p>
          <a:p>
            <a:pPr algn="ctr"/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로컬 메인 페이지 제작 및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반응형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·React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변환 작업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게시판 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UI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및 화면 구성 관련 개발 참여</a:t>
            </a:r>
          </a:p>
          <a:p>
            <a:pPr algn="ctr"/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디자인과 개발을 연결하는 역할 수행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B9BF521-F402-80DA-6203-6507A0253454}"/>
              </a:ext>
            </a:extLst>
          </p:cNvPr>
          <p:cNvCxnSpPr/>
          <p:nvPr/>
        </p:nvCxnSpPr>
        <p:spPr>
          <a:xfrm>
            <a:off x="5289630" y="963434"/>
            <a:ext cx="0" cy="130794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4D54916-C63D-EE74-63B0-157A3309BDE9}"/>
              </a:ext>
            </a:extLst>
          </p:cNvPr>
          <p:cNvSpPr txBox="1"/>
          <p:nvPr/>
        </p:nvSpPr>
        <p:spPr>
          <a:xfrm>
            <a:off x="254836" y="223812"/>
            <a:ext cx="7414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800" dirty="0">
                <a:solidFill>
                  <a:srgbClr val="081E5A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8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5C58C7-E349-2CE7-5B4C-BF6402B40E48}"/>
              </a:ext>
            </a:extLst>
          </p:cNvPr>
          <p:cNvSpPr txBox="1"/>
          <p:nvPr/>
        </p:nvSpPr>
        <p:spPr>
          <a:xfrm>
            <a:off x="254836" y="559215"/>
            <a:ext cx="60940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ko-KR" altLang="en-US" sz="900" dirty="0">
                <a:solidFill>
                  <a:srgbClr val="081E5A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</a:t>
            </a:r>
            <a:r>
              <a:rPr lang="en-US" altLang="ko-KR" sz="900" dirty="0">
                <a:solidFill>
                  <a:srgbClr val="081E5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04</a:t>
            </a:r>
            <a:endParaRPr lang="ko-KR" altLang="en-US" sz="900" dirty="0">
              <a:solidFill>
                <a:srgbClr val="081E5A"/>
              </a:solidFill>
              <a:latin typeface="Cambria" panose="02040503050406030204" pitchFamily="18" charset="0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253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A42E1-5D7C-CDB8-4505-A750D14AAD5D}"/>
              </a:ext>
            </a:extLst>
          </p:cNvPr>
          <p:cNvSpPr txBox="1"/>
          <p:nvPr/>
        </p:nvSpPr>
        <p:spPr>
          <a:xfrm>
            <a:off x="3992880" y="1677680"/>
            <a:ext cx="4206240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</a:t>
            </a:r>
            <a:r>
              <a:rPr lang="en-US" altLang="ko-KR" sz="72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</a:t>
            </a:r>
            <a:endParaRPr lang="ko-KR" altLang="en-US" sz="7200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24DA5-7D3B-CBA2-0661-FA28722D9697}"/>
              </a:ext>
            </a:extLst>
          </p:cNvPr>
          <p:cNvSpPr txBox="1"/>
          <p:nvPr/>
        </p:nvSpPr>
        <p:spPr>
          <a:xfrm>
            <a:off x="396240" y="6187946"/>
            <a:ext cx="794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</a:t>
            </a:r>
            <a:r>
              <a:rPr lang="ko-KR" altLang="en-US" sz="1600" dirty="0">
                <a:solidFill>
                  <a:schemeClr val="bg1"/>
                </a:solidFill>
                <a:latin typeface="Cambria" panose="02040503050406030204" pitchFamily="18" charset="0"/>
                <a:ea typeface="Noto Serif KR Black" panose="02020200000000000000" pitchFamily="18" charset="-127"/>
              </a:rPr>
              <a:t>  </a:t>
            </a:r>
            <a:r>
              <a:rPr lang="en-US" altLang="ko-KR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7F942-9B06-59A6-6677-AA7C21D427DF}"/>
              </a:ext>
            </a:extLst>
          </p:cNvPr>
          <p:cNvSpPr txBox="1"/>
          <p:nvPr/>
        </p:nvSpPr>
        <p:spPr>
          <a:xfrm>
            <a:off x="4221480" y="33122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한컴 윤고딕 720"/>
                <a:ea typeface="한컴 윤고딕 720"/>
              </a:rPr>
              <a:t>성득명</a:t>
            </a:r>
            <a:r>
              <a:rPr lang="ko-KR" altLang="en-US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 이윤서 </a:t>
            </a:r>
            <a:r>
              <a:rPr lang="ko-KR" altLang="en-US" sz="1600" dirty="0" err="1">
                <a:solidFill>
                  <a:schemeClr val="bg1"/>
                </a:solidFill>
                <a:latin typeface="한컴 윤고딕 720"/>
                <a:ea typeface="한컴 윤고딕 720"/>
              </a:rPr>
              <a:t>류주현</a:t>
            </a:r>
            <a:r>
              <a:rPr lang="ko-KR" altLang="en-US" sz="1600" dirty="0">
                <a:solidFill>
                  <a:schemeClr val="bg1"/>
                </a:solidFill>
                <a:latin typeface="한컴 윤고딕 720"/>
                <a:ea typeface="한컴 윤고딕 720"/>
              </a:rPr>
              <a:t> 전민경 진성희</a:t>
            </a:r>
            <a:endParaRPr lang="ko-KR" altLang="en-US" sz="1600" dirty="0">
              <a:solidFill>
                <a:schemeClr val="bg1"/>
              </a:solidFill>
              <a:latin typeface="한컴 윤고딕 7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9500F-2720-A179-C696-218B7B5AB18D}"/>
              </a:ext>
            </a:extLst>
          </p:cNvPr>
          <p:cNvSpPr txBox="1"/>
          <p:nvPr/>
        </p:nvSpPr>
        <p:spPr>
          <a:xfrm>
            <a:off x="2560320" y="4165987"/>
            <a:ext cx="6812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Ebrima"/>
              </a:rPr>
              <a:t>Project Duration</a:t>
            </a:r>
          </a:p>
          <a:p>
            <a:pPr lvl="0" algn="ctr">
              <a:defRPr/>
            </a:pPr>
            <a:r>
              <a:rPr lang="ko-KR" altLang="en-US" sz="1800" dirty="0">
                <a:solidFill>
                  <a:schemeClr val="bg1"/>
                </a:solidFill>
                <a:latin typeface="Ebrima"/>
                <a:ea typeface="Ebrima"/>
                <a:cs typeface="Ebrima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Ebrima"/>
                <a:ea typeface="Ebrima"/>
                <a:cs typeface="Ebrima"/>
              </a:rPr>
              <a:t>Dec 4, 2025 – Jan 5, 2026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7A12585-E992-4E42-F0A6-1DCD336AB77A}"/>
              </a:ext>
            </a:extLst>
          </p:cNvPr>
          <p:cNvCxnSpPr/>
          <p:nvPr/>
        </p:nvCxnSpPr>
        <p:spPr>
          <a:xfrm>
            <a:off x="3078480" y="3015169"/>
            <a:ext cx="57759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284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2ED6F31-5DAF-4467-8D8A-F7FD61F2B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072"/>
            <a:ext cx="12192000" cy="595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25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hlinkClick r:id="rId2" action="ppaction://hlinksldjump"/>
            <a:extLst>
              <a:ext uri="{FF2B5EF4-FFF2-40B4-BE49-F238E27FC236}">
                <a16:creationId xmlns:a16="http://schemas.microsoft.com/office/drawing/2014/main" id="{CF4E53F7-22B9-4F38-8B90-940AF04F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24" y="0"/>
            <a:ext cx="11624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1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3864</TotalTime>
  <Words>1480</Words>
  <Application>Microsoft Office PowerPoint</Application>
  <PresentationFormat>와이드스크린</PresentationFormat>
  <Paragraphs>255</Paragraphs>
  <Slides>28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1" baseType="lpstr">
      <vt:lpstr>Aptos Black</vt:lpstr>
      <vt:lpstr>Noto Sans KR Black</vt:lpstr>
      <vt:lpstr>Noto Serif KR Black</vt:lpstr>
      <vt:lpstr>나눔고딕 ExtraBold</vt:lpstr>
      <vt:lpstr>맑은 고딕</vt:lpstr>
      <vt:lpstr>맑은 고딕 (본문)</vt:lpstr>
      <vt:lpstr>한컴 윤고딕 720</vt:lpstr>
      <vt:lpstr>Arial</vt:lpstr>
      <vt:lpstr>Calibri</vt:lpstr>
      <vt:lpstr>Cambria</vt:lpstr>
      <vt:lpstr>Ebrima</vt:lpstr>
      <vt:lpstr>Segoe UI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성희 진</dc:creator>
  <cp:lastModifiedBy>Administrator</cp:lastModifiedBy>
  <cp:revision>22</cp:revision>
  <dcterms:created xsi:type="dcterms:W3CDTF">2025-12-29T06:45:28Z</dcterms:created>
  <dcterms:modified xsi:type="dcterms:W3CDTF">2026-01-16T02:58:07Z</dcterms:modified>
  <cp:version>1000.0000.01</cp:version>
</cp:coreProperties>
</file>